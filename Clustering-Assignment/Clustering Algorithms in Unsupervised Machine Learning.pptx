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7.svg"/></Relationships>
</file>

<file path=ppt/diagrams/_rels/data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35.svg"/></Relationships>
</file>

<file path=ppt/diagrams/_rels/data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39.svg"/></Relationships>
</file>

<file path=ppt/diagrams/_rels/data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35.svg"/></Relationships>
</file>

<file path=ppt/diagrams/_rels/drawing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39.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95C775-8EF1-47B1-A407-F4855F86FCA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8D8419D-785E-493A-A6BA-460947498D74}">
      <dgm:prSet/>
      <dgm:spPr/>
      <dgm:t>
        <a:bodyPr/>
        <a:lstStyle/>
        <a:p>
          <a:r>
            <a:rPr lang="en-US"/>
            <a:t>A centroid-based algorithm that divides data into K clusters by minimizing distance between points and cluster centers. It iteratively updates centroids until they stabilize.</a:t>
          </a:r>
        </a:p>
      </dgm:t>
    </dgm:pt>
    <dgm:pt modelId="{C4203E6C-459D-42E6-9CF6-507926D62EDD}" type="parTrans" cxnId="{25B62166-104A-43EC-84FD-D6C18665BD58}">
      <dgm:prSet/>
      <dgm:spPr/>
      <dgm:t>
        <a:bodyPr/>
        <a:lstStyle/>
        <a:p>
          <a:endParaRPr lang="en-US"/>
        </a:p>
      </dgm:t>
    </dgm:pt>
    <dgm:pt modelId="{2BA8A602-CE84-4403-8BA9-EA64EAB982D8}" type="sibTrans" cxnId="{25B62166-104A-43EC-84FD-D6C18665BD58}">
      <dgm:prSet/>
      <dgm:spPr/>
      <dgm:t>
        <a:bodyPr/>
        <a:lstStyle/>
        <a:p>
          <a:endParaRPr lang="en-US"/>
        </a:p>
      </dgm:t>
    </dgm:pt>
    <dgm:pt modelId="{CAB173BD-917F-4E36-B82A-F8D5551CB75A}">
      <dgm:prSet/>
      <dgm:spPr/>
      <dgm:t>
        <a:bodyPr/>
        <a:lstStyle/>
        <a:p>
          <a:r>
            <a:rPr lang="en-US"/>
            <a:t>Advantages / Limitations:</a:t>
          </a:r>
          <a:br>
            <a:rPr lang="en-US"/>
          </a:br>
          <a:r>
            <a:rPr lang="en-US"/>
            <a:t>✅ Fast and simple</a:t>
          </a:r>
          <a:br>
            <a:rPr lang="en-US"/>
          </a:br>
          <a:r>
            <a:rPr lang="en-US"/>
            <a:t>❌ Sensitive to outliers, needs K value defined</a:t>
          </a:r>
        </a:p>
      </dgm:t>
    </dgm:pt>
    <dgm:pt modelId="{136FD960-9A9E-4F54-919D-3E2D182320F9}" type="parTrans" cxnId="{F6B5BE6D-3ACD-4E99-A3A8-0027A7D03DB0}">
      <dgm:prSet/>
      <dgm:spPr/>
      <dgm:t>
        <a:bodyPr/>
        <a:lstStyle/>
        <a:p>
          <a:endParaRPr lang="en-US"/>
        </a:p>
      </dgm:t>
    </dgm:pt>
    <dgm:pt modelId="{8AA9A4C4-FC80-4BFA-A729-0A270ABFFBBA}" type="sibTrans" cxnId="{F6B5BE6D-3ACD-4E99-A3A8-0027A7D03DB0}">
      <dgm:prSet/>
      <dgm:spPr/>
      <dgm:t>
        <a:bodyPr/>
        <a:lstStyle/>
        <a:p>
          <a:endParaRPr lang="en-US"/>
        </a:p>
      </dgm:t>
    </dgm:pt>
    <dgm:pt modelId="{D8F145C4-24BA-46C6-8E14-7F119195342F}">
      <dgm:prSet/>
      <dgm:spPr/>
      <dgm:t>
        <a:bodyPr/>
        <a:lstStyle/>
        <a:p>
          <a:r>
            <a:rPr lang="en-US"/>
            <a:t>Common Use Cases: Customer segmentation, image compression</a:t>
          </a:r>
        </a:p>
      </dgm:t>
    </dgm:pt>
    <dgm:pt modelId="{9175BA25-2C40-44EF-8F54-A9EE564DA72B}" type="parTrans" cxnId="{628F5D7F-A17F-46D5-9C6C-62C72CB8F1EE}">
      <dgm:prSet/>
      <dgm:spPr/>
      <dgm:t>
        <a:bodyPr/>
        <a:lstStyle/>
        <a:p>
          <a:endParaRPr lang="en-US"/>
        </a:p>
      </dgm:t>
    </dgm:pt>
    <dgm:pt modelId="{6FEBDB42-F5BE-42C6-ACE2-CB021CCAA265}" type="sibTrans" cxnId="{628F5D7F-A17F-46D5-9C6C-62C72CB8F1EE}">
      <dgm:prSet/>
      <dgm:spPr/>
      <dgm:t>
        <a:bodyPr/>
        <a:lstStyle/>
        <a:p>
          <a:endParaRPr lang="en-US"/>
        </a:p>
      </dgm:t>
    </dgm:pt>
    <dgm:pt modelId="{BD64B8FD-BE05-4793-8231-ADAF146221A6}">
      <dgm:prSet/>
      <dgm:spPr/>
      <dgm:t>
        <a:bodyPr/>
        <a:lstStyle/>
        <a:p>
          <a:r>
            <a:rPr lang="en-US"/>
            <a:t>Example Python snippet:</a:t>
          </a:r>
        </a:p>
      </dgm:t>
    </dgm:pt>
    <dgm:pt modelId="{21878319-CA1A-4592-97A5-F9F44E223D5A}" type="parTrans" cxnId="{8963A152-589A-4B17-84AF-A50A76B5915F}">
      <dgm:prSet/>
      <dgm:spPr/>
      <dgm:t>
        <a:bodyPr/>
        <a:lstStyle/>
        <a:p>
          <a:endParaRPr lang="en-US"/>
        </a:p>
      </dgm:t>
    </dgm:pt>
    <dgm:pt modelId="{3D5C1B8E-C419-40DD-8909-B4761D16A991}" type="sibTrans" cxnId="{8963A152-589A-4B17-84AF-A50A76B5915F}">
      <dgm:prSet/>
      <dgm:spPr/>
      <dgm:t>
        <a:bodyPr/>
        <a:lstStyle/>
        <a:p>
          <a:endParaRPr lang="en-US"/>
        </a:p>
      </dgm:t>
    </dgm:pt>
    <dgm:pt modelId="{CA4B7D93-F2F3-4A43-A063-9B26B1078740}">
      <dgm:prSet/>
      <dgm:spPr/>
      <dgm:t>
        <a:bodyPr/>
        <a:lstStyle/>
        <a:p>
          <a:r>
            <a:rPr lang="en-US"/>
            <a:t>from sklearn.cluster import KMeans</a:t>
          </a:r>
          <a:br>
            <a:rPr lang="en-US"/>
          </a:br>
          <a:r>
            <a:rPr lang="en-US"/>
            <a:t>model = KMeans()</a:t>
          </a:r>
          <a:br>
            <a:rPr lang="en-US"/>
          </a:br>
          <a:r>
            <a:rPr lang="en-US"/>
            <a:t>model.fit(X)</a:t>
          </a:r>
        </a:p>
      </dgm:t>
    </dgm:pt>
    <dgm:pt modelId="{BD705EB5-292C-4B8D-9C08-8ED29D69EB6A}" type="parTrans" cxnId="{49659F3F-5E2A-44EA-9AEE-68ADE3FC0B5B}">
      <dgm:prSet/>
      <dgm:spPr/>
      <dgm:t>
        <a:bodyPr/>
        <a:lstStyle/>
        <a:p>
          <a:endParaRPr lang="en-US"/>
        </a:p>
      </dgm:t>
    </dgm:pt>
    <dgm:pt modelId="{9CB5AC65-0A24-4A68-904A-CA901690F563}" type="sibTrans" cxnId="{49659F3F-5E2A-44EA-9AEE-68ADE3FC0B5B}">
      <dgm:prSet/>
      <dgm:spPr/>
      <dgm:t>
        <a:bodyPr/>
        <a:lstStyle/>
        <a:p>
          <a:endParaRPr lang="en-US"/>
        </a:p>
      </dgm:t>
    </dgm:pt>
    <dgm:pt modelId="{9EF61A03-C5A5-4A35-9270-7E03AD8F74DB}" type="pres">
      <dgm:prSet presAssocID="{4C95C775-8EF1-47B1-A407-F4855F86FCA3}" presName="root" presStyleCnt="0">
        <dgm:presLayoutVars>
          <dgm:dir/>
          <dgm:resizeHandles val="exact"/>
        </dgm:presLayoutVars>
      </dgm:prSet>
      <dgm:spPr/>
    </dgm:pt>
    <dgm:pt modelId="{2B17F4AC-C904-40B4-9909-47E9F1BF3AEB}" type="pres">
      <dgm:prSet presAssocID="{D8D8419D-785E-493A-A6BA-460947498D74}" presName="compNode" presStyleCnt="0"/>
      <dgm:spPr/>
    </dgm:pt>
    <dgm:pt modelId="{E993F403-ADDF-4CE8-8B36-381FB1213139}" type="pres">
      <dgm:prSet presAssocID="{D8D8419D-785E-493A-A6BA-460947498D74}" presName="bgRect" presStyleLbl="bgShp" presStyleIdx="0" presStyleCnt="3"/>
      <dgm:spPr/>
    </dgm:pt>
    <dgm:pt modelId="{D0854D95-63FD-4A64-B846-A3B55A5A4F0E}" type="pres">
      <dgm:prSet presAssocID="{D8D8419D-785E-493A-A6BA-460947498D7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D7357D5-2223-4774-9EBC-CEAECE3C0B68}" type="pres">
      <dgm:prSet presAssocID="{D8D8419D-785E-493A-A6BA-460947498D74}" presName="spaceRect" presStyleCnt="0"/>
      <dgm:spPr/>
    </dgm:pt>
    <dgm:pt modelId="{352ECA8E-D3BA-4937-A498-2F97599B917C}" type="pres">
      <dgm:prSet presAssocID="{D8D8419D-785E-493A-A6BA-460947498D74}" presName="parTx" presStyleLbl="revTx" presStyleIdx="0" presStyleCnt="5">
        <dgm:presLayoutVars>
          <dgm:chMax val="0"/>
          <dgm:chPref val="0"/>
        </dgm:presLayoutVars>
      </dgm:prSet>
      <dgm:spPr/>
    </dgm:pt>
    <dgm:pt modelId="{DFAB384C-E44C-4846-AC27-7A89B1B1008B}" type="pres">
      <dgm:prSet presAssocID="{D8D8419D-785E-493A-A6BA-460947498D74}" presName="desTx" presStyleLbl="revTx" presStyleIdx="1" presStyleCnt="5">
        <dgm:presLayoutVars/>
      </dgm:prSet>
      <dgm:spPr/>
    </dgm:pt>
    <dgm:pt modelId="{E42BF6C0-8966-49A7-B4BE-EA52EED7B76D}" type="pres">
      <dgm:prSet presAssocID="{2BA8A602-CE84-4403-8BA9-EA64EAB982D8}" presName="sibTrans" presStyleCnt="0"/>
      <dgm:spPr/>
    </dgm:pt>
    <dgm:pt modelId="{D438058E-16F3-4EEA-BBA3-0DCD44E2BD94}" type="pres">
      <dgm:prSet presAssocID="{D8F145C4-24BA-46C6-8E14-7F119195342F}" presName="compNode" presStyleCnt="0"/>
      <dgm:spPr/>
    </dgm:pt>
    <dgm:pt modelId="{C5D809BA-ECE0-449B-A194-D075F661A2C0}" type="pres">
      <dgm:prSet presAssocID="{D8F145C4-24BA-46C6-8E14-7F119195342F}" presName="bgRect" presStyleLbl="bgShp" presStyleIdx="1" presStyleCnt="3"/>
      <dgm:spPr/>
    </dgm:pt>
    <dgm:pt modelId="{13CA68FB-A19E-4642-84BB-7485947F4EFD}" type="pres">
      <dgm:prSet presAssocID="{D8F145C4-24BA-46C6-8E14-7F119195342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520B9CD9-AE73-499A-BED1-72C5B0DCE037}" type="pres">
      <dgm:prSet presAssocID="{D8F145C4-24BA-46C6-8E14-7F119195342F}" presName="spaceRect" presStyleCnt="0"/>
      <dgm:spPr/>
    </dgm:pt>
    <dgm:pt modelId="{143B8225-2715-41E5-890D-F2243E1A7B64}" type="pres">
      <dgm:prSet presAssocID="{D8F145C4-24BA-46C6-8E14-7F119195342F}" presName="parTx" presStyleLbl="revTx" presStyleIdx="2" presStyleCnt="5">
        <dgm:presLayoutVars>
          <dgm:chMax val="0"/>
          <dgm:chPref val="0"/>
        </dgm:presLayoutVars>
      </dgm:prSet>
      <dgm:spPr/>
    </dgm:pt>
    <dgm:pt modelId="{BA7C41F0-4ACA-43EE-AE67-A6FEBE7A87EA}" type="pres">
      <dgm:prSet presAssocID="{6FEBDB42-F5BE-42C6-ACE2-CB021CCAA265}" presName="sibTrans" presStyleCnt="0"/>
      <dgm:spPr/>
    </dgm:pt>
    <dgm:pt modelId="{E47920C2-DDF2-4CA7-B794-A5EC865E1B07}" type="pres">
      <dgm:prSet presAssocID="{BD64B8FD-BE05-4793-8231-ADAF146221A6}" presName="compNode" presStyleCnt="0"/>
      <dgm:spPr/>
    </dgm:pt>
    <dgm:pt modelId="{ACF769D8-262F-4869-89B1-56C6EDB1FB07}" type="pres">
      <dgm:prSet presAssocID="{BD64B8FD-BE05-4793-8231-ADAF146221A6}" presName="bgRect" presStyleLbl="bgShp" presStyleIdx="2" presStyleCnt="3"/>
      <dgm:spPr/>
    </dgm:pt>
    <dgm:pt modelId="{371DD626-C3FC-4CEF-906C-3A7F99A53A0C}" type="pres">
      <dgm:prSet presAssocID="{BD64B8FD-BE05-4793-8231-ADAF146221A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9C3E22D5-44C3-402F-888D-3937D1965FA8}" type="pres">
      <dgm:prSet presAssocID="{BD64B8FD-BE05-4793-8231-ADAF146221A6}" presName="spaceRect" presStyleCnt="0"/>
      <dgm:spPr/>
    </dgm:pt>
    <dgm:pt modelId="{8439B49F-6195-47DB-A7C9-E5EC1DB4A84C}" type="pres">
      <dgm:prSet presAssocID="{BD64B8FD-BE05-4793-8231-ADAF146221A6}" presName="parTx" presStyleLbl="revTx" presStyleIdx="3" presStyleCnt="5">
        <dgm:presLayoutVars>
          <dgm:chMax val="0"/>
          <dgm:chPref val="0"/>
        </dgm:presLayoutVars>
      </dgm:prSet>
      <dgm:spPr/>
    </dgm:pt>
    <dgm:pt modelId="{F2E9515D-B719-4DC6-9AE8-D81360B4040D}" type="pres">
      <dgm:prSet presAssocID="{BD64B8FD-BE05-4793-8231-ADAF146221A6}" presName="desTx" presStyleLbl="revTx" presStyleIdx="4" presStyleCnt="5">
        <dgm:presLayoutVars/>
      </dgm:prSet>
      <dgm:spPr/>
    </dgm:pt>
  </dgm:ptLst>
  <dgm:cxnLst>
    <dgm:cxn modelId="{F425ED11-D5C7-4859-A382-A91B92BA58FE}" type="presOf" srcId="{CAB173BD-917F-4E36-B82A-F8D5551CB75A}" destId="{DFAB384C-E44C-4846-AC27-7A89B1B1008B}" srcOrd="0" destOrd="0" presId="urn:microsoft.com/office/officeart/2018/2/layout/IconVerticalSolidList"/>
    <dgm:cxn modelId="{4312151A-3D2B-4D23-B50C-36EC5A7E53D2}" type="presOf" srcId="{D8F145C4-24BA-46C6-8E14-7F119195342F}" destId="{143B8225-2715-41E5-890D-F2243E1A7B64}" srcOrd="0" destOrd="0" presId="urn:microsoft.com/office/officeart/2018/2/layout/IconVerticalSolidList"/>
    <dgm:cxn modelId="{2E92C23E-0449-494C-AFD3-0FF921E9AF3F}" type="presOf" srcId="{D8D8419D-785E-493A-A6BA-460947498D74}" destId="{352ECA8E-D3BA-4937-A498-2F97599B917C}" srcOrd="0" destOrd="0" presId="urn:microsoft.com/office/officeart/2018/2/layout/IconVerticalSolidList"/>
    <dgm:cxn modelId="{49659F3F-5E2A-44EA-9AEE-68ADE3FC0B5B}" srcId="{BD64B8FD-BE05-4793-8231-ADAF146221A6}" destId="{CA4B7D93-F2F3-4A43-A063-9B26B1078740}" srcOrd="0" destOrd="0" parTransId="{BD705EB5-292C-4B8D-9C08-8ED29D69EB6A}" sibTransId="{9CB5AC65-0A24-4A68-904A-CA901690F563}"/>
    <dgm:cxn modelId="{25B62166-104A-43EC-84FD-D6C18665BD58}" srcId="{4C95C775-8EF1-47B1-A407-F4855F86FCA3}" destId="{D8D8419D-785E-493A-A6BA-460947498D74}" srcOrd="0" destOrd="0" parTransId="{C4203E6C-459D-42E6-9CF6-507926D62EDD}" sibTransId="{2BA8A602-CE84-4403-8BA9-EA64EAB982D8}"/>
    <dgm:cxn modelId="{F6B5BE6D-3ACD-4E99-A3A8-0027A7D03DB0}" srcId="{D8D8419D-785E-493A-A6BA-460947498D74}" destId="{CAB173BD-917F-4E36-B82A-F8D5551CB75A}" srcOrd="0" destOrd="0" parTransId="{136FD960-9A9E-4F54-919D-3E2D182320F9}" sibTransId="{8AA9A4C4-FC80-4BFA-A729-0A270ABFFBBA}"/>
    <dgm:cxn modelId="{8963A152-589A-4B17-84AF-A50A76B5915F}" srcId="{4C95C775-8EF1-47B1-A407-F4855F86FCA3}" destId="{BD64B8FD-BE05-4793-8231-ADAF146221A6}" srcOrd="2" destOrd="0" parTransId="{21878319-CA1A-4592-97A5-F9F44E223D5A}" sibTransId="{3D5C1B8E-C419-40DD-8909-B4761D16A991}"/>
    <dgm:cxn modelId="{6445BD59-172A-48A0-ADD9-828EF7DD53CC}" type="presOf" srcId="{BD64B8FD-BE05-4793-8231-ADAF146221A6}" destId="{8439B49F-6195-47DB-A7C9-E5EC1DB4A84C}" srcOrd="0" destOrd="0" presId="urn:microsoft.com/office/officeart/2018/2/layout/IconVerticalSolidList"/>
    <dgm:cxn modelId="{628F5D7F-A17F-46D5-9C6C-62C72CB8F1EE}" srcId="{4C95C775-8EF1-47B1-A407-F4855F86FCA3}" destId="{D8F145C4-24BA-46C6-8E14-7F119195342F}" srcOrd="1" destOrd="0" parTransId="{9175BA25-2C40-44EF-8F54-A9EE564DA72B}" sibTransId="{6FEBDB42-F5BE-42C6-ACE2-CB021CCAA265}"/>
    <dgm:cxn modelId="{1E3F008E-A7E6-469E-B4C8-14384317CCE6}" type="presOf" srcId="{4C95C775-8EF1-47B1-A407-F4855F86FCA3}" destId="{9EF61A03-C5A5-4A35-9270-7E03AD8F74DB}" srcOrd="0" destOrd="0" presId="urn:microsoft.com/office/officeart/2018/2/layout/IconVerticalSolidList"/>
    <dgm:cxn modelId="{A82CABDC-B42E-4BEB-8AAF-4F3490F3B7DC}" type="presOf" srcId="{CA4B7D93-F2F3-4A43-A063-9B26B1078740}" destId="{F2E9515D-B719-4DC6-9AE8-D81360B4040D}" srcOrd="0" destOrd="0" presId="urn:microsoft.com/office/officeart/2018/2/layout/IconVerticalSolidList"/>
    <dgm:cxn modelId="{A07AA537-ADC8-4BD7-9C9A-AAF5DFABC30E}" type="presParOf" srcId="{9EF61A03-C5A5-4A35-9270-7E03AD8F74DB}" destId="{2B17F4AC-C904-40B4-9909-47E9F1BF3AEB}" srcOrd="0" destOrd="0" presId="urn:microsoft.com/office/officeart/2018/2/layout/IconVerticalSolidList"/>
    <dgm:cxn modelId="{BED468FC-4771-4039-969C-953C9F3F3D93}" type="presParOf" srcId="{2B17F4AC-C904-40B4-9909-47E9F1BF3AEB}" destId="{E993F403-ADDF-4CE8-8B36-381FB1213139}" srcOrd="0" destOrd="0" presId="urn:microsoft.com/office/officeart/2018/2/layout/IconVerticalSolidList"/>
    <dgm:cxn modelId="{4A6D57F0-60AC-45E0-89B5-9BAB800232A0}" type="presParOf" srcId="{2B17F4AC-C904-40B4-9909-47E9F1BF3AEB}" destId="{D0854D95-63FD-4A64-B846-A3B55A5A4F0E}" srcOrd="1" destOrd="0" presId="urn:microsoft.com/office/officeart/2018/2/layout/IconVerticalSolidList"/>
    <dgm:cxn modelId="{B691585F-9A3B-456E-8834-E833FED33B7B}" type="presParOf" srcId="{2B17F4AC-C904-40B4-9909-47E9F1BF3AEB}" destId="{FD7357D5-2223-4774-9EBC-CEAECE3C0B68}" srcOrd="2" destOrd="0" presId="urn:microsoft.com/office/officeart/2018/2/layout/IconVerticalSolidList"/>
    <dgm:cxn modelId="{33DC413A-2280-4D3D-8613-FBECE9E38603}" type="presParOf" srcId="{2B17F4AC-C904-40B4-9909-47E9F1BF3AEB}" destId="{352ECA8E-D3BA-4937-A498-2F97599B917C}" srcOrd="3" destOrd="0" presId="urn:microsoft.com/office/officeart/2018/2/layout/IconVerticalSolidList"/>
    <dgm:cxn modelId="{0DECD099-D95A-4215-AE4C-E61D73C54F58}" type="presParOf" srcId="{2B17F4AC-C904-40B4-9909-47E9F1BF3AEB}" destId="{DFAB384C-E44C-4846-AC27-7A89B1B1008B}" srcOrd="4" destOrd="0" presId="urn:microsoft.com/office/officeart/2018/2/layout/IconVerticalSolidList"/>
    <dgm:cxn modelId="{69617D91-C8EB-42B6-9F54-0241A4130672}" type="presParOf" srcId="{9EF61A03-C5A5-4A35-9270-7E03AD8F74DB}" destId="{E42BF6C0-8966-49A7-B4BE-EA52EED7B76D}" srcOrd="1" destOrd="0" presId="urn:microsoft.com/office/officeart/2018/2/layout/IconVerticalSolidList"/>
    <dgm:cxn modelId="{2CAFF530-8BDA-48BA-A87A-3B7ADC4903B4}" type="presParOf" srcId="{9EF61A03-C5A5-4A35-9270-7E03AD8F74DB}" destId="{D438058E-16F3-4EEA-BBA3-0DCD44E2BD94}" srcOrd="2" destOrd="0" presId="urn:microsoft.com/office/officeart/2018/2/layout/IconVerticalSolidList"/>
    <dgm:cxn modelId="{21A1B56A-053A-4F49-9534-EDF56546BF68}" type="presParOf" srcId="{D438058E-16F3-4EEA-BBA3-0DCD44E2BD94}" destId="{C5D809BA-ECE0-449B-A194-D075F661A2C0}" srcOrd="0" destOrd="0" presId="urn:microsoft.com/office/officeart/2018/2/layout/IconVerticalSolidList"/>
    <dgm:cxn modelId="{FC66E5E3-C358-4B48-8FF5-133FA1284443}" type="presParOf" srcId="{D438058E-16F3-4EEA-BBA3-0DCD44E2BD94}" destId="{13CA68FB-A19E-4642-84BB-7485947F4EFD}" srcOrd="1" destOrd="0" presId="urn:microsoft.com/office/officeart/2018/2/layout/IconVerticalSolidList"/>
    <dgm:cxn modelId="{88B993E8-15F7-43A1-8BBC-FBBC4714B8AE}" type="presParOf" srcId="{D438058E-16F3-4EEA-BBA3-0DCD44E2BD94}" destId="{520B9CD9-AE73-499A-BED1-72C5B0DCE037}" srcOrd="2" destOrd="0" presId="urn:microsoft.com/office/officeart/2018/2/layout/IconVerticalSolidList"/>
    <dgm:cxn modelId="{93779E7B-438D-4F80-8DD7-56195332BFAA}" type="presParOf" srcId="{D438058E-16F3-4EEA-BBA3-0DCD44E2BD94}" destId="{143B8225-2715-41E5-890D-F2243E1A7B64}" srcOrd="3" destOrd="0" presId="urn:microsoft.com/office/officeart/2018/2/layout/IconVerticalSolidList"/>
    <dgm:cxn modelId="{D5FA74BF-A5C5-4796-994C-2FACD43B6C67}" type="presParOf" srcId="{9EF61A03-C5A5-4A35-9270-7E03AD8F74DB}" destId="{BA7C41F0-4ACA-43EE-AE67-A6FEBE7A87EA}" srcOrd="3" destOrd="0" presId="urn:microsoft.com/office/officeart/2018/2/layout/IconVerticalSolidList"/>
    <dgm:cxn modelId="{268A97B4-CA50-4792-9C47-4749899742D7}" type="presParOf" srcId="{9EF61A03-C5A5-4A35-9270-7E03AD8F74DB}" destId="{E47920C2-DDF2-4CA7-B794-A5EC865E1B07}" srcOrd="4" destOrd="0" presId="urn:microsoft.com/office/officeart/2018/2/layout/IconVerticalSolidList"/>
    <dgm:cxn modelId="{A9C3C029-C73A-40A3-94B5-E35E7E078668}" type="presParOf" srcId="{E47920C2-DDF2-4CA7-B794-A5EC865E1B07}" destId="{ACF769D8-262F-4869-89B1-56C6EDB1FB07}" srcOrd="0" destOrd="0" presId="urn:microsoft.com/office/officeart/2018/2/layout/IconVerticalSolidList"/>
    <dgm:cxn modelId="{C7FE8600-96E1-4FAC-BA39-D8C3CCE62402}" type="presParOf" srcId="{E47920C2-DDF2-4CA7-B794-A5EC865E1B07}" destId="{371DD626-C3FC-4CEF-906C-3A7F99A53A0C}" srcOrd="1" destOrd="0" presId="urn:microsoft.com/office/officeart/2018/2/layout/IconVerticalSolidList"/>
    <dgm:cxn modelId="{4BAB64AE-1731-4DC2-B244-747E170716B2}" type="presParOf" srcId="{E47920C2-DDF2-4CA7-B794-A5EC865E1B07}" destId="{9C3E22D5-44C3-402F-888D-3937D1965FA8}" srcOrd="2" destOrd="0" presId="urn:microsoft.com/office/officeart/2018/2/layout/IconVerticalSolidList"/>
    <dgm:cxn modelId="{51CCFA8E-8F09-4697-8209-61AA6B07D186}" type="presParOf" srcId="{E47920C2-DDF2-4CA7-B794-A5EC865E1B07}" destId="{8439B49F-6195-47DB-A7C9-E5EC1DB4A84C}" srcOrd="3" destOrd="0" presId="urn:microsoft.com/office/officeart/2018/2/layout/IconVerticalSolidList"/>
    <dgm:cxn modelId="{023564A8-43E6-435D-8EF2-B88060175034}" type="presParOf" srcId="{E47920C2-DDF2-4CA7-B794-A5EC865E1B07}" destId="{F2E9515D-B719-4DC6-9AE8-D81360B4040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51E1C9-6DD2-4E0B-A96E-E4C3F5FEC6DB}" type="doc">
      <dgm:prSet loTypeId="urn:microsoft.com/office/officeart/2018/2/layout/IconVerticalSolidList" loCatId="icon" qsTypeId="urn:microsoft.com/office/officeart/2005/8/quickstyle/simple1" qsCatId="simple" csTypeId="urn:microsoft.com/office/officeart/2018/5/colors/Iconchunking_neutralbg_accent5_2" csCatId="accent5" phldr="1"/>
      <dgm:spPr/>
      <dgm:t>
        <a:bodyPr/>
        <a:lstStyle/>
        <a:p>
          <a:endParaRPr lang="en-US"/>
        </a:p>
      </dgm:t>
    </dgm:pt>
    <dgm:pt modelId="{A8021864-8FBA-4EBF-9400-0431AA3B6F29}">
      <dgm:prSet/>
      <dgm:spPr/>
      <dgm:t>
        <a:bodyPr/>
        <a:lstStyle/>
        <a:p>
          <a:pPr>
            <a:lnSpc>
              <a:spcPct val="100000"/>
            </a:lnSpc>
          </a:pPr>
          <a:r>
            <a:rPr lang="en-US"/>
            <a:t>Builds a tree (dendrogram) of clusters. Agglomerative clustering starts with single points and merges them iteratively.</a:t>
          </a:r>
        </a:p>
      </dgm:t>
    </dgm:pt>
    <dgm:pt modelId="{6F3D4BCA-48BC-418D-B545-F72F257A2CA2}" type="parTrans" cxnId="{0D2B5A54-B906-4479-9BD1-7EADFF8D70AE}">
      <dgm:prSet/>
      <dgm:spPr/>
      <dgm:t>
        <a:bodyPr/>
        <a:lstStyle/>
        <a:p>
          <a:endParaRPr lang="en-US"/>
        </a:p>
      </dgm:t>
    </dgm:pt>
    <dgm:pt modelId="{B32E35BE-3A2C-4702-BE4E-C8CFC3B78B57}" type="sibTrans" cxnId="{0D2B5A54-B906-4479-9BD1-7EADFF8D70AE}">
      <dgm:prSet/>
      <dgm:spPr/>
      <dgm:t>
        <a:bodyPr/>
        <a:lstStyle/>
        <a:p>
          <a:endParaRPr lang="en-US"/>
        </a:p>
      </dgm:t>
    </dgm:pt>
    <dgm:pt modelId="{23AF0267-653A-4311-9B78-97FB36175740}">
      <dgm:prSet/>
      <dgm:spPr/>
      <dgm:t>
        <a:bodyPr/>
        <a:lstStyle/>
        <a:p>
          <a:pPr>
            <a:lnSpc>
              <a:spcPct val="100000"/>
            </a:lnSpc>
          </a:pPr>
          <a:r>
            <a:rPr lang="en-US"/>
            <a:t>Advantages / Limitations:</a:t>
          </a:r>
          <a:br>
            <a:rPr lang="en-US"/>
          </a:br>
          <a:r>
            <a:rPr lang="en-US"/>
            <a:t>✅ Visual hierarchy view</a:t>
          </a:r>
          <a:br>
            <a:rPr lang="en-US"/>
          </a:br>
          <a:r>
            <a:rPr lang="en-US"/>
            <a:t>❌ Slow for large datasets</a:t>
          </a:r>
        </a:p>
      </dgm:t>
    </dgm:pt>
    <dgm:pt modelId="{C717D73E-4F76-47B1-8AB9-FCC17F31CE4E}" type="parTrans" cxnId="{5C046E9C-9C80-47D8-A9FB-352919135F5F}">
      <dgm:prSet/>
      <dgm:spPr/>
      <dgm:t>
        <a:bodyPr/>
        <a:lstStyle/>
        <a:p>
          <a:endParaRPr lang="en-US"/>
        </a:p>
      </dgm:t>
    </dgm:pt>
    <dgm:pt modelId="{2B402637-696A-4B47-B667-59C52F73AE10}" type="sibTrans" cxnId="{5C046E9C-9C80-47D8-A9FB-352919135F5F}">
      <dgm:prSet/>
      <dgm:spPr/>
      <dgm:t>
        <a:bodyPr/>
        <a:lstStyle/>
        <a:p>
          <a:endParaRPr lang="en-US"/>
        </a:p>
      </dgm:t>
    </dgm:pt>
    <dgm:pt modelId="{70A74581-791D-490B-B661-C8C326E11EA7}">
      <dgm:prSet/>
      <dgm:spPr/>
      <dgm:t>
        <a:bodyPr/>
        <a:lstStyle/>
        <a:p>
          <a:pPr>
            <a:lnSpc>
              <a:spcPct val="100000"/>
            </a:lnSpc>
          </a:pPr>
          <a:r>
            <a:rPr lang="en-US"/>
            <a:t>Common Use Cases: Taxonomy classification, document clustering</a:t>
          </a:r>
        </a:p>
      </dgm:t>
    </dgm:pt>
    <dgm:pt modelId="{22EA9BFC-2EF8-49F3-B6F1-FC2DB1AEA253}" type="parTrans" cxnId="{9D7E289A-A09C-4060-B302-3667FDABBA84}">
      <dgm:prSet/>
      <dgm:spPr/>
      <dgm:t>
        <a:bodyPr/>
        <a:lstStyle/>
        <a:p>
          <a:endParaRPr lang="en-US"/>
        </a:p>
      </dgm:t>
    </dgm:pt>
    <dgm:pt modelId="{344F8346-8B76-4BBA-B9AA-5BF26DB0E471}" type="sibTrans" cxnId="{9D7E289A-A09C-4060-B302-3667FDABBA84}">
      <dgm:prSet/>
      <dgm:spPr/>
      <dgm:t>
        <a:bodyPr/>
        <a:lstStyle/>
        <a:p>
          <a:endParaRPr lang="en-US"/>
        </a:p>
      </dgm:t>
    </dgm:pt>
    <dgm:pt modelId="{D88C2BA7-E856-44BC-B8CB-45099C73B800}">
      <dgm:prSet/>
      <dgm:spPr/>
      <dgm:t>
        <a:bodyPr/>
        <a:lstStyle/>
        <a:p>
          <a:pPr>
            <a:lnSpc>
              <a:spcPct val="100000"/>
            </a:lnSpc>
          </a:pPr>
          <a:r>
            <a:rPr lang="en-US"/>
            <a:t>Example Python snippet:</a:t>
          </a:r>
        </a:p>
      </dgm:t>
    </dgm:pt>
    <dgm:pt modelId="{C0B3385A-CF93-4ADE-9C3A-1E2718770395}" type="parTrans" cxnId="{981954D4-9DB9-4605-B0C0-F9690520016C}">
      <dgm:prSet/>
      <dgm:spPr/>
      <dgm:t>
        <a:bodyPr/>
        <a:lstStyle/>
        <a:p>
          <a:endParaRPr lang="en-US"/>
        </a:p>
      </dgm:t>
    </dgm:pt>
    <dgm:pt modelId="{D5FF1835-F5AD-4C53-8BCB-90587150360C}" type="sibTrans" cxnId="{981954D4-9DB9-4605-B0C0-F9690520016C}">
      <dgm:prSet/>
      <dgm:spPr/>
      <dgm:t>
        <a:bodyPr/>
        <a:lstStyle/>
        <a:p>
          <a:endParaRPr lang="en-US"/>
        </a:p>
      </dgm:t>
    </dgm:pt>
    <dgm:pt modelId="{8282DD41-7B64-43B1-8F94-D7C58082D8DB}">
      <dgm:prSet/>
      <dgm:spPr/>
      <dgm:t>
        <a:bodyPr/>
        <a:lstStyle/>
        <a:p>
          <a:pPr>
            <a:lnSpc>
              <a:spcPct val="100000"/>
            </a:lnSpc>
          </a:pPr>
          <a:r>
            <a:rPr lang="en-US"/>
            <a:t>from sklearn.cluster import Hierarchical</a:t>
          </a:r>
          <a:br>
            <a:rPr lang="en-US"/>
          </a:br>
          <a:r>
            <a:rPr lang="en-US"/>
            <a:t>model = Hierarchical()</a:t>
          </a:r>
          <a:br>
            <a:rPr lang="en-US"/>
          </a:br>
          <a:r>
            <a:rPr lang="en-US"/>
            <a:t>model.fit(X)</a:t>
          </a:r>
        </a:p>
      </dgm:t>
    </dgm:pt>
    <dgm:pt modelId="{F7FE788E-93D1-45C0-B9C4-5A7C7DAC9ECA}" type="parTrans" cxnId="{63E7C8A8-9478-4BD7-A480-125146CF36F5}">
      <dgm:prSet/>
      <dgm:spPr/>
      <dgm:t>
        <a:bodyPr/>
        <a:lstStyle/>
        <a:p>
          <a:endParaRPr lang="en-US"/>
        </a:p>
      </dgm:t>
    </dgm:pt>
    <dgm:pt modelId="{0ED26480-C3B8-4502-AFE2-454CD0359207}" type="sibTrans" cxnId="{63E7C8A8-9478-4BD7-A480-125146CF36F5}">
      <dgm:prSet/>
      <dgm:spPr/>
      <dgm:t>
        <a:bodyPr/>
        <a:lstStyle/>
        <a:p>
          <a:endParaRPr lang="en-US"/>
        </a:p>
      </dgm:t>
    </dgm:pt>
    <dgm:pt modelId="{F880694B-F1CB-4F05-AC75-FB4895D19871}" type="pres">
      <dgm:prSet presAssocID="{1F51E1C9-6DD2-4E0B-A96E-E4C3F5FEC6DB}" presName="root" presStyleCnt="0">
        <dgm:presLayoutVars>
          <dgm:dir/>
          <dgm:resizeHandles val="exact"/>
        </dgm:presLayoutVars>
      </dgm:prSet>
      <dgm:spPr/>
    </dgm:pt>
    <dgm:pt modelId="{43A44767-71EB-459A-B983-763AA2DD5608}" type="pres">
      <dgm:prSet presAssocID="{A8021864-8FBA-4EBF-9400-0431AA3B6F29}" presName="compNode" presStyleCnt="0"/>
      <dgm:spPr/>
    </dgm:pt>
    <dgm:pt modelId="{FA0C54BB-BFB3-4E8D-8BD8-5F1BDA57FE28}" type="pres">
      <dgm:prSet presAssocID="{A8021864-8FBA-4EBF-9400-0431AA3B6F29}" presName="bgRect" presStyleLbl="bgShp" presStyleIdx="0" presStyleCnt="3"/>
      <dgm:spPr/>
    </dgm:pt>
    <dgm:pt modelId="{CAFF32C2-8582-47FE-B175-AF3DCA92BAB9}" type="pres">
      <dgm:prSet presAssocID="{A8021864-8FBA-4EBF-9400-0431AA3B6F2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row Circle"/>
        </a:ext>
      </dgm:extLst>
    </dgm:pt>
    <dgm:pt modelId="{31023E59-6105-4F65-B53C-0BD00BABCAEA}" type="pres">
      <dgm:prSet presAssocID="{A8021864-8FBA-4EBF-9400-0431AA3B6F29}" presName="spaceRect" presStyleCnt="0"/>
      <dgm:spPr/>
    </dgm:pt>
    <dgm:pt modelId="{EB4536C0-F9D6-4451-9868-3532E5984E2E}" type="pres">
      <dgm:prSet presAssocID="{A8021864-8FBA-4EBF-9400-0431AA3B6F29}" presName="parTx" presStyleLbl="revTx" presStyleIdx="0" presStyleCnt="5">
        <dgm:presLayoutVars>
          <dgm:chMax val="0"/>
          <dgm:chPref val="0"/>
        </dgm:presLayoutVars>
      </dgm:prSet>
      <dgm:spPr/>
    </dgm:pt>
    <dgm:pt modelId="{A5446F89-EEC8-44E9-8C47-6EC07FCB2811}" type="pres">
      <dgm:prSet presAssocID="{A8021864-8FBA-4EBF-9400-0431AA3B6F29}" presName="desTx" presStyleLbl="revTx" presStyleIdx="1" presStyleCnt="5">
        <dgm:presLayoutVars/>
      </dgm:prSet>
      <dgm:spPr/>
    </dgm:pt>
    <dgm:pt modelId="{EF4A051A-15BB-4F98-94CD-2B3B57656F7C}" type="pres">
      <dgm:prSet presAssocID="{B32E35BE-3A2C-4702-BE4E-C8CFC3B78B57}" presName="sibTrans" presStyleCnt="0"/>
      <dgm:spPr/>
    </dgm:pt>
    <dgm:pt modelId="{DC1E5BC9-1AA8-475C-85DA-25B6EE2D3E18}" type="pres">
      <dgm:prSet presAssocID="{70A74581-791D-490B-B661-C8C326E11EA7}" presName="compNode" presStyleCnt="0"/>
      <dgm:spPr/>
    </dgm:pt>
    <dgm:pt modelId="{45B4F269-2A43-4C27-AD77-6B0C954E2FC4}" type="pres">
      <dgm:prSet presAssocID="{70A74581-791D-490B-B661-C8C326E11EA7}" presName="bgRect" presStyleLbl="bgShp" presStyleIdx="1" presStyleCnt="3"/>
      <dgm:spPr/>
    </dgm:pt>
    <dgm:pt modelId="{BD631370-27D7-455E-86B3-5C8DCB381124}" type="pres">
      <dgm:prSet presAssocID="{70A74581-791D-490B-B661-C8C326E11EA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8DBEC027-D99C-4212-8027-127880B2A5C6}" type="pres">
      <dgm:prSet presAssocID="{70A74581-791D-490B-B661-C8C326E11EA7}" presName="spaceRect" presStyleCnt="0"/>
      <dgm:spPr/>
    </dgm:pt>
    <dgm:pt modelId="{99467B1B-6057-41A7-8D68-11F4078EB4F7}" type="pres">
      <dgm:prSet presAssocID="{70A74581-791D-490B-B661-C8C326E11EA7}" presName="parTx" presStyleLbl="revTx" presStyleIdx="2" presStyleCnt="5">
        <dgm:presLayoutVars>
          <dgm:chMax val="0"/>
          <dgm:chPref val="0"/>
        </dgm:presLayoutVars>
      </dgm:prSet>
      <dgm:spPr/>
    </dgm:pt>
    <dgm:pt modelId="{FA2B881B-BD60-4482-BB2F-988DABF504B3}" type="pres">
      <dgm:prSet presAssocID="{344F8346-8B76-4BBA-B9AA-5BF26DB0E471}" presName="sibTrans" presStyleCnt="0"/>
      <dgm:spPr/>
    </dgm:pt>
    <dgm:pt modelId="{AAB2DB11-B940-4F7A-BF7E-F44FE4561D5D}" type="pres">
      <dgm:prSet presAssocID="{D88C2BA7-E856-44BC-B8CB-45099C73B800}" presName="compNode" presStyleCnt="0"/>
      <dgm:spPr/>
    </dgm:pt>
    <dgm:pt modelId="{0C73698F-B773-4160-885B-C8CDF152776B}" type="pres">
      <dgm:prSet presAssocID="{D88C2BA7-E856-44BC-B8CB-45099C73B800}" presName="bgRect" presStyleLbl="bgShp" presStyleIdx="2" presStyleCnt="3"/>
      <dgm:spPr/>
    </dgm:pt>
    <dgm:pt modelId="{A353839D-07B8-4F9A-8F9C-7C405053F628}" type="pres">
      <dgm:prSet presAssocID="{D88C2BA7-E856-44BC-B8CB-45099C73B80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7A0E0774-63F0-4B0B-905E-EB635B08D509}" type="pres">
      <dgm:prSet presAssocID="{D88C2BA7-E856-44BC-B8CB-45099C73B800}" presName="spaceRect" presStyleCnt="0"/>
      <dgm:spPr/>
    </dgm:pt>
    <dgm:pt modelId="{341BAF18-81AA-482B-AE7E-20F9C617B4EB}" type="pres">
      <dgm:prSet presAssocID="{D88C2BA7-E856-44BC-B8CB-45099C73B800}" presName="parTx" presStyleLbl="revTx" presStyleIdx="3" presStyleCnt="5">
        <dgm:presLayoutVars>
          <dgm:chMax val="0"/>
          <dgm:chPref val="0"/>
        </dgm:presLayoutVars>
      </dgm:prSet>
      <dgm:spPr/>
    </dgm:pt>
    <dgm:pt modelId="{595A576A-A5FD-4B12-BD2E-E7896CB12843}" type="pres">
      <dgm:prSet presAssocID="{D88C2BA7-E856-44BC-B8CB-45099C73B800}" presName="desTx" presStyleLbl="revTx" presStyleIdx="4" presStyleCnt="5">
        <dgm:presLayoutVars/>
      </dgm:prSet>
      <dgm:spPr/>
    </dgm:pt>
  </dgm:ptLst>
  <dgm:cxnLst>
    <dgm:cxn modelId="{1CA01D00-A2E2-4144-9BAA-0F22644372A9}" type="presOf" srcId="{70A74581-791D-490B-B661-C8C326E11EA7}" destId="{99467B1B-6057-41A7-8D68-11F4078EB4F7}" srcOrd="0" destOrd="0" presId="urn:microsoft.com/office/officeart/2018/2/layout/IconVerticalSolidList"/>
    <dgm:cxn modelId="{77C50928-D280-4B22-8957-EBD78C07259C}" type="presOf" srcId="{8282DD41-7B64-43B1-8F94-D7C58082D8DB}" destId="{595A576A-A5FD-4B12-BD2E-E7896CB12843}" srcOrd="0" destOrd="0" presId="urn:microsoft.com/office/officeart/2018/2/layout/IconVerticalSolidList"/>
    <dgm:cxn modelId="{73968662-6D36-4145-8E23-60E4F65CF56A}" type="presOf" srcId="{A8021864-8FBA-4EBF-9400-0431AA3B6F29}" destId="{EB4536C0-F9D6-4451-9868-3532E5984E2E}" srcOrd="0" destOrd="0" presId="urn:microsoft.com/office/officeart/2018/2/layout/IconVerticalSolidList"/>
    <dgm:cxn modelId="{79808D6C-A7CA-4643-852A-BA40038E253B}" type="presOf" srcId="{1F51E1C9-6DD2-4E0B-A96E-E4C3F5FEC6DB}" destId="{F880694B-F1CB-4F05-AC75-FB4895D19871}" srcOrd="0" destOrd="0" presId="urn:microsoft.com/office/officeart/2018/2/layout/IconVerticalSolidList"/>
    <dgm:cxn modelId="{0D2B5A54-B906-4479-9BD1-7EADFF8D70AE}" srcId="{1F51E1C9-6DD2-4E0B-A96E-E4C3F5FEC6DB}" destId="{A8021864-8FBA-4EBF-9400-0431AA3B6F29}" srcOrd="0" destOrd="0" parTransId="{6F3D4BCA-48BC-418D-B545-F72F257A2CA2}" sibTransId="{B32E35BE-3A2C-4702-BE4E-C8CFC3B78B57}"/>
    <dgm:cxn modelId="{9D7E289A-A09C-4060-B302-3667FDABBA84}" srcId="{1F51E1C9-6DD2-4E0B-A96E-E4C3F5FEC6DB}" destId="{70A74581-791D-490B-B661-C8C326E11EA7}" srcOrd="1" destOrd="0" parTransId="{22EA9BFC-2EF8-49F3-B6F1-FC2DB1AEA253}" sibTransId="{344F8346-8B76-4BBA-B9AA-5BF26DB0E471}"/>
    <dgm:cxn modelId="{5C046E9C-9C80-47D8-A9FB-352919135F5F}" srcId="{A8021864-8FBA-4EBF-9400-0431AA3B6F29}" destId="{23AF0267-653A-4311-9B78-97FB36175740}" srcOrd="0" destOrd="0" parTransId="{C717D73E-4F76-47B1-8AB9-FCC17F31CE4E}" sibTransId="{2B402637-696A-4B47-B667-59C52F73AE10}"/>
    <dgm:cxn modelId="{63E7C8A8-9478-4BD7-A480-125146CF36F5}" srcId="{D88C2BA7-E856-44BC-B8CB-45099C73B800}" destId="{8282DD41-7B64-43B1-8F94-D7C58082D8DB}" srcOrd="0" destOrd="0" parTransId="{F7FE788E-93D1-45C0-B9C4-5A7C7DAC9ECA}" sibTransId="{0ED26480-C3B8-4502-AFE2-454CD0359207}"/>
    <dgm:cxn modelId="{98CCD6B2-C32F-4A5E-818A-9B2640FCF087}" type="presOf" srcId="{D88C2BA7-E856-44BC-B8CB-45099C73B800}" destId="{341BAF18-81AA-482B-AE7E-20F9C617B4EB}" srcOrd="0" destOrd="0" presId="urn:microsoft.com/office/officeart/2018/2/layout/IconVerticalSolidList"/>
    <dgm:cxn modelId="{981954D4-9DB9-4605-B0C0-F9690520016C}" srcId="{1F51E1C9-6DD2-4E0B-A96E-E4C3F5FEC6DB}" destId="{D88C2BA7-E856-44BC-B8CB-45099C73B800}" srcOrd="2" destOrd="0" parTransId="{C0B3385A-CF93-4ADE-9C3A-1E2718770395}" sibTransId="{D5FF1835-F5AD-4C53-8BCB-90587150360C}"/>
    <dgm:cxn modelId="{FB107CDA-838A-4E7E-B6C4-9AFE9799D013}" type="presOf" srcId="{23AF0267-653A-4311-9B78-97FB36175740}" destId="{A5446F89-EEC8-44E9-8C47-6EC07FCB2811}" srcOrd="0" destOrd="0" presId="urn:microsoft.com/office/officeart/2018/2/layout/IconVerticalSolidList"/>
    <dgm:cxn modelId="{220782FF-BBEF-45C5-846D-6D51837708A8}" type="presParOf" srcId="{F880694B-F1CB-4F05-AC75-FB4895D19871}" destId="{43A44767-71EB-459A-B983-763AA2DD5608}" srcOrd="0" destOrd="0" presId="urn:microsoft.com/office/officeart/2018/2/layout/IconVerticalSolidList"/>
    <dgm:cxn modelId="{ECBAB671-67DE-4D4F-8F4A-5A471513CB75}" type="presParOf" srcId="{43A44767-71EB-459A-B983-763AA2DD5608}" destId="{FA0C54BB-BFB3-4E8D-8BD8-5F1BDA57FE28}" srcOrd="0" destOrd="0" presId="urn:microsoft.com/office/officeart/2018/2/layout/IconVerticalSolidList"/>
    <dgm:cxn modelId="{CF98F783-D08A-45AC-AE2F-C5B3C74BF0CD}" type="presParOf" srcId="{43A44767-71EB-459A-B983-763AA2DD5608}" destId="{CAFF32C2-8582-47FE-B175-AF3DCA92BAB9}" srcOrd="1" destOrd="0" presId="urn:microsoft.com/office/officeart/2018/2/layout/IconVerticalSolidList"/>
    <dgm:cxn modelId="{846E15D1-1694-412F-8913-DB976A6DDFE3}" type="presParOf" srcId="{43A44767-71EB-459A-B983-763AA2DD5608}" destId="{31023E59-6105-4F65-B53C-0BD00BABCAEA}" srcOrd="2" destOrd="0" presId="urn:microsoft.com/office/officeart/2018/2/layout/IconVerticalSolidList"/>
    <dgm:cxn modelId="{6140DA9C-1010-4D10-BA4C-45B6AB99E98C}" type="presParOf" srcId="{43A44767-71EB-459A-B983-763AA2DD5608}" destId="{EB4536C0-F9D6-4451-9868-3532E5984E2E}" srcOrd="3" destOrd="0" presId="urn:microsoft.com/office/officeart/2018/2/layout/IconVerticalSolidList"/>
    <dgm:cxn modelId="{6439CC2B-0D1D-4EEF-A33C-2879F8850B49}" type="presParOf" srcId="{43A44767-71EB-459A-B983-763AA2DD5608}" destId="{A5446F89-EEC8-44E9-8C47-6EC07FCB2811}" srcOrd="4" destOrd="0" presId="urn:microsoft.com/office/officeart/2018/2/layout/IconVerticalSolidList"/>
    <dgm:cxn modelId="{3B15FB1F-550F-4CC0-91B1-F49DA315AC71}" type="presParOf" srcId="{F880694B-F1CB-4F05-AC75-FB4895D19871}" destId="{EF4A051A-15BB-4F98-94CD-2B3B57656F7C}" srcOrd="1" destOrd="0" presId="urn:microsoft.com/office/officeart/2018/2/layout/IconVerticalSolidList"/>
    <dgm:cxn modelId="{60338F10-74F8-493E-ADBC-38D72AF58912}" type="presParOf" srcId="{F880694B-F1CB-4F05-AC75-FB4895D19871}" destId="{DC1E5BC9-1AA8-475C-85DA-25B6EE2D3E18}" srcOrd="2" destOrd="0" presId="urn:microsoft.com/office/officeart/2018/2/layout/IconVerticalSolidList"/>
    <dgm:cxn modelId="{19335A19-D7CF-4A62-8201-4D3D7A479BE0}" type="presParOf" srcId="{DC1E5BC9-1AA8-475C-85DA-25B6EE2D3E18}" destId="{45B4F269-2A43-4C27-AD77-6B0C954E2FC4}" srcOrd="0" destOrd="0" presId="urn:microsoft.com/office/officeart/2018/2/layout/IconVerticalSolidList"/>
    <dgm:cxn modelId="{CD6C3AE9-0616-41A2-8551-D86D268CDD33}" type="presParOf" srcId="{DC1E5BC9-1AA8-475C-85DA-25B6EE2D3E18}" destId="{BD631370-27D7-455E-86B3-5C8DCB381124}" srcOrd="1" destOrd="0" presId="urn:microsoft.com/office/officeart/2018/2/layout/IconVerticalSolidList"/>
    <dgm:cxn modelId="{72D64785-C46C-40ED-8085-AB72F543E3B0}" type="presParOf" srcId="{DC1E5BC9-1AA8-475C-85DA-25B6EE2D3E18}" destId="{8DBEC027-D99C-4212-8027-127880B2A5C6}" srcOrd="2" destOrd="0" presId="urn:microsoft.com/office/officeart/2018/2/layout/IconVerticalSolidList"/>
    <dgm:cxn modelId="{27C7A3BB-0999-48B9-B14C-6EF444132471}" type="presParOf" srcId="{DC1E5BC9-1AA8-475C-85DA-25B6EE2D3E18}" destId="{99467B1B-6057-41A7-8D68-11F4078EB4F7}" srcOrd="3" destOrd="0" presId="urn:microsoft.com/office/officeart/2018/2/layout/IconVerticalSolidList"/>
    <dgm:cxn modelId="{A4908150-796D-415C-9023-58EDC7AC8997}" type="presParOf" srcId="{F880694B-F1CB-4F05-AC75-FB4895D19871}" destId="{FA2B881B-BD60-4482-BB2F-988DABF504B3}" srcOrd="3" destOrd="0" presId="urn:microsoft.com/office/officeart/2018/2/layout/IconVerticalSolidList"/>
    <dgm:cxn modelId="{CDC0EC83-6028-4392-9968-729576E59727}" type="presParOf" srcId="{F880694B-F1CB-4F05-AC75-FB4895D19871}" destId="{AAB2DB11-B940-4F7A-BF7E-F44FE4561D5D}" srcOrd="4" destOrd="0" presId="urn:microsoft.com/office/officeart/2018/2/layout/IconVerticalSolidList"/>
    <dgm:cxn modelId="{2B903A67-AC93-4272-BE7A-2212F1F83270}" type="presParOf" srcId="{AAB2DB11-B940-4F7A-BF7E-F44FE4561D5D}" destId="{0C73698F-B773-4160-885B-C8CDF152776B}" srcOrd="0" destOrd="0" presId="urn:microsoft.com/office/officeart/2018/2/layout/IconVerticalSolidList"/>
    <dgm:cxn modelId="{726E7DE9-F33D-487F-8CD5-DD6405012FE5}" type="presParOf" srcId="{AAB2DB11-B940-4F7A-BF7E-F44FE4561D5D}" destId="{A353839D-07B8-4F9A-8F9C-7C405053F628}" srcOrd="1" destOrd="0" presId="urn:microsoft.com/office/officeart/2018/2/layout/IconVerticalSolidList"/>
    <dgm:cxn modelId="{6A031D65-71E0-4758-A956-2245729B8245}" type="presParOf" srcId="{AAB2DB11-B940-4F7A-BF7E-F44FE4561D5D}" destId="{7A0E0774-63F0-4B0B-905E-EB635B08D509}" srcOrd="2" destOrd="0" presId="urn:microsoft.com/office/officeart/2018/2/layout/IconVerticalSolidList"/>
    <dgm:cxn modelId="{80F292EB-CAE0-4418-80C7-9CE0C5649996}" type="presParOf" srcId="{AAB2DB11-B940-4F7A-BF7E-F44FE4561D5D}" destId="{341BAF18-81AA-482B-AE7E-20F9C617B4EB}" srcOrd="3" destOrd="0" presId="urn:microsoft.com/office/officeart/2018/2/layout/IconVerticalSolidList"/>
    <dgm:cxn modelId="{BDD73E57-BB55-43DE-8FCE-79C24A8EAF5A}" type="presParOf" srcId="{AAB2DB11-B940-4F7A-BF7E-F44FE4561D5D}" destId="{595A576A-A5FD-4B12-BD2E-E7896CB12843}"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C80FB3-4716-47F0-A70D-DFE3CDB4E0A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3EFCFC7-AAF4-47FB-BB9E-C94E53DC5E58}">
      <dgm:prSet/>
      <dgm:spPr/>
      <dgm:t>
        <a:bodyPr/>
        <a:lstStyle/>
        <a:p>
          <a:r>
            <a:rPr lang="en-US"/>
            <a:t>Groups points closely packed together and labels low-density points as noise. It requires two parameters: ε (radius) and minPts.</a:t>
          </a:r>
        </a:p>
      </dgm:t>
    </dgm:pt>
    <dgm:pt modelId="{11DE45BE-E3B3-4772-A674-A0B341592022}" type="parTrans" cxnId="{1BDCF574-6485-406B-8755-92295A1081F0}">
      <dgm:prSet/>
      <dgm:spPr/>
      <dgm:t>
        <a:bodyPr/>
        <a:lstStyle/>
        <a:p>
          <a:endParaRPr lang="en-US"/>
        </a:p>
      </dgm:t>
    </dgm:pt>
    <dgm:pt modelId="{E6C7CD63-11F1-4E68-A2F1-01AB488AD332}" type="sibTrans" cxnId="{1BDCF574-6485-406B-8755-92295A1081F0}">
      <dgm:prSet/>
      <dgm:spPr/>
      <dgm:t>
        <a:bodyPr/>
        <a:lstStyle/>
        <a:p>
          <a:endParaRPr lang="en-US"/>
        </a:p>
      </dgm:t>
    </dgm:pt>
    <dgm:pt modelId="{7581B1CD-53FB-45EF-83F8-7F41E306740F}">
      <dgm:prSet/>
      <dgm:spPr/>
      <dgm:t>
        <a:bodyPr/>
        <a:lstStyle/>
        <a:p>
          <a:r>
            <a:rPr lang="en-US"/>
            <a:t>Advantages / Limitations:</a:t>
          </a:r>
          <a:br>
            <a:rPr lang="en-US"/>
          </a:br>
          <a:r>
            <a:rPr lang="en-US"/>
            <a:t>✅ Finds noise and irregular shapes</a:t>
          </a:r>
          <a:br>
            <a:rPr lang="en-US"/>
          </a:br>
          <a:r>
            <a:rPr lang="en-US"/>
            <a:t>❌ Fails with varying density</a:t>
          </a:r>
        </a:p>
      </dgm:t>
    </dgm:pt>
    <dgm:pt modelId="{19BD44F4-CD37-401B-9ECB-EBB36F3CE379}" type="parTrans" cxnId="{F9E39154-417F-44A5-AED0-C39882583E16}">
      <dgm:prSet/>
      <dgm:spPr/>
      <dgm:t>
        <a:bodyPr/>
        <a:lstStyle/>
        <a:p>
          <a:endParaRPr lang="en-US"/>
        </a:p>
      </dgm:t>
    </dgm:pt>
    <dgm:pt modelId="{0A8D2E29-E1A3-4EEE-BC2C-F74655BB545A}" type="sibTrans" cxnId="{F9E39154-417F-44A5-AED0-C39882583E16}">
      <dgm:prSet/>
      <dgm:spPr/>
      <dgm:t>
        <a:bodyPr/>
        <a:lstStyle/>
        <a:p>
          <a:endParaRPr lang="en-US"/>
        </a:p>
      </dgm:t>
    </dgm:pt>
    <dgm:pt modelId="{3C7FA11E-C268-467B-A3FD-5A777AF69BA0}">
      <dgm:prSet/>
      <dgm:spPr/>
      <dgm:t>
        <a:bodyPr/>
        <a:lstStyle/>
        <a:p>
          <a:r>
            <a:rPr lang="en-US"/>
            <a:t>Common Use Cases: Anomaly detection, spatial data analysis</a:t>
          </a:r>
        </a:p>
      </dgm:t>
    </dgm:pt>
    <dgm:pt modelId="{43E92127-7751-4391-B5A3-4CD1EB040BB4}" type="parTrans" cxnId="{32E1A62F-6715-4BFF-A200-5135943814FD}">
      <dgm:prSet/>
      <dgm:spPr/>
      <dgm:t>
        <a:bodyPr/>
        <a:lstStyle/>
        <a:p>
          <a:endParaRPr lang="en-US"/>
        </a:p>
      </dgm:t>
    </dgm:pt>
    <dgm:pt modelId="{95950E2D-F32D-49AE-9DB5-0364891361A3}" type="sibTrans" cxnId="{32E1A62F-6715-4BFF-A200-5135943814FD}">
      <dgm:prSet/>
      <dgm:spPr/>
      <dgm:t>
        <a:bodyPr/>
        <a:lstStyle/>
        <a:p>
          <a:endParaRPr lang="en-US"/>
        </a:p>
      </dgm:t>
    </dgm:pt>
    <dgm:pt modelId="{56525C56-C6A7-4D30-9828-D4CC21DE9338}">
      <dgm:prSet/>
      <dgm:spPr/>
      <dgm:t>
        <a:bodyPr/>
        <a:lstStyle/>
        <a:p>
          <a:r>
            <a:rPr lang="en-US"/>
            <a:t>Example Python snippet:</a:t>
          </a:r>
        </a:p>
      </dgm:t>
    </dgm:pt>
    <dgm:pt modelId="{7695DFA4-DAFC-40CC-A719-5266022E8F2A}" type="parTrans" cxnId="{D0780704-CAED-4BA4-A958-1384EF707586}">
      <dgm:prSet/>
      <dgm:spPr/>
      <dgm:t>
        <a:bodyPr/>
        <a:lstStyle/>
        <a:p>
          <a:endParaRPr lang="en-US"/>
        </a:p>
      </dgm:t>
    </dgm:pt>
    <dgm:pt modelId="{896519D2-86AC-46DF-9455-80CF6B60EE11}" type="sibTrans" cxnId="{D0780704-CAED-4BA4-A958-1384EF707586}">
      <dgm:prSet/>
      <dgm:spPr/>
      <dgm:t>
        <a:bodyPr/>
        <a:lstStyle/>
        <a:p>
          <a:endParaRPr lang="en-US"/>
        </a:p>
      </dgm:t>
    </dgm:pt>
    <dgm:pt modelId="{180D7BF9-FD88-4125-822F-2FB2EA2F3F8D}">
      <dgm:prSet/>
      <dgm:spPr/>
      <dgm:t>
        <a:bodyPr/>
        <a:lstStyle/>
        <a:p>
          <a:r>
            <a:rPr lang="en-US"/>
            <a:t>from sklearn.cluster import DBSCAN</a:t>
          </a:r>
          <a:br>
            <a:rPr lang="en-US"/>
          </a:br>
          <a:r>
            <a:rPr lang="en-US"/>
            <a:t>model = DBSCAN()</a:t>
          </a:r>
          <a:br>
            <a:rPr lang="en-US"/>
          </a:br>
          <a:r>
            <a:rPr lang="en-US"/>
            <a:t>model.fit(X)</a:t>
          </a:r>
        </a:p>
      </dgm:t>
    </dgm:pt>
    <dgm:pt modelId="{5A1B3B32-FA67-4385-BC98-5A2FDB9C0EF8}" type="parTrans" cxnId="{937084A6-B48B-4D05-A0DE-87A53C69FB71}">
      <dgm:prSet/>
      <dgm:spPr/>
      <dgm:t>
        <a:bodyPr/>
        <a:lstStyle/>
        <a:p>
          <a:endParaRPr lang="en-US"/>
        </a:p>
      </dgm:t>
    </dgm:pt>
    <dgm:pt modelId="{376FB891-47D8-4CE9-8CBF-E76967AD3E52}" type="sibTrans" cxnId="{937084A6-B48B-4D05-A0DE-87A53C69FB71}">
      <dgm:prSet/>
      <dgm:spPr/>
      <dgm:t>
        <a:bodyPr/>
        <a:lstStyle/>
        <a:p>
          <a:endParaRPr lang="en-US"/>
        </a:p>
      </dgm:t>
    </dgm:pt>
    <dgm:pt modelId="{709F2C3F-814A-44CF-B068-4EC2A85759F2}" type="pres">
      <dgm:prSet presAssocID="{5AC80FB3-4716-47F0-A70D-DFE3CDB4E0A1}" presName="root" presStyleCnt="0">
        <dgm:presLayoutVars>
          <dgm:dir/>
          <dgm:resizeHandles val="exact"/>
        </dgm:presLayoutVars>
      </dgm:prSet>
      <dgm:spPr/>
    </dgm:pt>
    <dgm:pt modelId="{40E55030-C2D2-4832-B0C9-791CAB3ADB70}" type="pres">
      <dgm:prSet presAssocID="{33EFCFC7-AAF4-47FB-BB9E-C94E53DC5E58}" presName="compNode" presStyleCnt="0"/>
      <dgm:spPr/>
    </dgm:pt>
    <dgm:pt modelId="{7E404D19-5E4E-4E89-B952-F52C2045DE69}" type="pres">
      <dgm:prSet presAssocID="{33EFCFC7-AAF4-47FB-BB9E-C94E53DC5E58}" presName="bgRect" presStyleLbl="bgShp" presStyleIdx="0" presStyleCnt="3"/>
      <dgm:spPr/>
    </dgm:pt>
    <dgm:pt modelId="{431CC64C-7C5A-413F-B62F-F8E92FC2A71C}" type="pres">
      <dgm:prSet presAssocID="{33EFCFC7-AAF4-47FB-BB9E-C94E53DC5E5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07C5AD93-B979-420E-937C-5250226B50F1}" type="pres">
      <dgm:prSet presAssocID="{33EFCFC7-AAF4-47FB-BB9E-C94E53DC5E58}" presName="spaceRect" presStyleCnt="0"/>
      <dgm:spPr/>
    </dgm:pt>
    <dgm:pt modelId="{6842BBC0-5A7E-42EC-91B8-52EB80F53303}" type="pres">
      <dgm:prSet presAssocID="{33EFCFC7-AAF4-47FB-BB9E-C94E53DC5E58}" presName="parTx" presStyleLbl="revTx" presStyleIdx="0" presStyleCnt="5">
        <dgm:presLayoutVars>
          <dgm:chMax val="0"/>
          <dgm:chPref val="0"/>
        </dgm:presLayoutVars>
      </dgm:prSet>
      <dgm:spPr/>
    </dgm:pt>
    <dgm:pt modelId="{06804B06-BA7F-40BC-9CC0-7E52FDDA07FD}" type="pres">
      <dgm:prSet presAssocID="{33EFCFC7-AAF4-47FB-BB9E-C94E53DC5E58}" presName="desTx" presStyleLbl="revTx" presStyleIdx="1" presStyleCnt="5">
        <dgm:presLayoutVars/>
      </dgm:prSet>
      <dgm:spPr/>
    </dgm:pt>
    <dgm:pt modelId="{DB27CD3F-C6D4-47A9-B9BD-72703AEEB131}" type="pres">
      <dgm:prSet presAssocID="{E6C7CD63-11F1-4E68-A2F1-01AB488AD332}" presName="sibTrans" presStyleCnt="0"/>
      <dgm:spPr/>
    </dgm:pt>
    <dgm:pt modelId="{60689D84-747E-402D-BDFA-FF96B16DF64C}" type="pres">
      <dgm:prSet presAssocID="{3C7FA11E-C268-467B-A3FD-5A777AF69BA0}" presName="compNode" presStyleCnt="0"/>
      <dgm:spPr/>
    </dgm:pt>
    <dgm:pt modelId="{21128C3C-44FF-40C9-A862-ECA0AFA56A61}" type="pres">
      <dgm:prSet presAssocID="{3C7FA11E-C268-467B-A3FD-5A777AF69BA0}" presName="bgRect" presStyleLbl="bgShp" presStyleIdx="1" presStyleCnt="3"/>
      <dgm:spPr/>
    </dgm:pt>
    <dgm:pt modelId="{ED314CDC-C12D-4629-8F33-5941AFC0A4D9}" type="pres">
      <dgm:prSet presAssocID="{3C7FA11E-C268-467B-A3FD-5A777AF69BA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678CF8DF-A5E8-4192-9507-FF8BE9CC6C5E}" type="pres">
      <dgm:prSet presAssocID="{3C7FA11E-C268-467B-A3FD-5A777AF69BA0}" presName="spaceRect" presStyleCnt="0"/>
      <dgm:spPr/>
    </dgm:pt>
    <dgm:pt modelId="{62FFB3F5-BDC3-485F-84C1-3F5C3DD68E57}" type="pres">
      <dgm:prSet presAssocID="{3C7FA11E-C268-467B-A3FD-5A777AF69BA0}" presName="parTx" presStyleLbl="revTx" presStyleIdx="2" presStyleCnt="5">
        <dgm:presLayoutVars>
          <dgm:chMax val="0"/>
          <dgm:chPref val="0"/>
        </dgm:presLayoutVars>
      </dgm:prSet>
      <dgm:spPr/>
    </dgm:pt>
    <dgm:pt modelId="{B01F5E05-F0CA-4807-99B9-6F1EC61091BF}" type="pres">
      <dgm:prSet presAssocID="{95950E2D-F32D-49AE-9DB5-0364891361A3}" presName="sibTrans" presStyleCnt="0"/>
      <dgm:spPr/>
    </dgm:pt>
    <dgm:pt modelId="{531B96C2-A607-4639-80B5-E5E84E447ED7}" type="pres">
      <dgm:prSet presAssocID="{56525C56-C6A7-4D30-9828-D4CC21DE9338}" presName="compNode" presStyleCnt="0"/>
      <dgm:spPr/>
    </dgm:pt>
    <dgm:pt modelId="{689E3393-637F-4736-B191-85436A249A65}" type="pres">
      <dgm:prSet presAssocID="{56525C56-C6A7-4D30-9828-D4CC21DE9338}" presName="bgRect" presStyleLbl="bgShp" presStyleIdx="2" presStyleCnt="3"/>
      <dgm:spPr/>
    </dgm:pt>
    <dgm:pt modelId="{701E41EB-FBC3-4774-9A13-8DDFE3F7EBE5}" type="pres">
      <dgm:prSet presAssocID="{56525C56-C6A7-4D30-9828-D4CC21DE933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C4D4D3C6-B0F2-4F39-896E-ED843078B99B}" type="pres">
      <dgm:prSet presAssocID="{56525C56-C6A7-4D30-9828-D4CC21DE9338}" presName="spaceRect" presStyleCnt="0"/>
      <dgm:spPr/>
    </dgm:pt>
    <dgm:pt modelId="{8C5916C2-F0AC-4949-9491-01990AEBCEB6}" type="pres">
      <dgm:prSet presAssocID="{56525C56-C6A7-4D30-9828-D4CC21DE9338}" presName="parTx" presStyleLbl="revTx" presStyleIdx="3" presStyleCnt="5">
        <dgm:presLayoutVars>
          <dgm:chMax val="0"/>
          <dgm:chPref val="0"/>
        </dgm:presLayoutVars>
      </dgm:prSet>
      <dgm:spPr/>
    </dgm:pt>
    <dgm:pt modelId="{7C35766B-5F7C-45A5-B6C1-7F19441ED2B9}" type="pres">
      <dgm:prSet presAssocID="{56525C56-C6A7-4D30-9828-D4CC21DE9338}" presName="desTx" presStyleLbl="revTx" presStyleIdx="4" presStyleCnt="5">
        <dgm:presLayoutVars/>
      </dgm:prSet>
      <dgm:spPr/>
    </dgm:pt>
  </dgm:ptLst>
  <dgm:cxnLst>
    <dgm:cxn modelId="{D0780704-CAED-4BA4-A958-1384EF707586}" srcId="{5AC80FB3-4716-47F0-A70D-DFE3CDB4E0A1}" destId="{56525C56-C6A7-4D30-9828-D4CC21DE9338}" srcOrd="2" destOrd="0" parTransId="{7695DFA4-DAFC-40CC-A719-5266022E8F2A}" sibTransId="{896519D2-86AC-46DF-9455-80CF6B60EE11}"/>
    <dgm:cxn modelId="{54C7C00D-9AD5-4EEB-9C33-219162AD80BF}" type="presOf" srcId="{56525C56-C6A7-4D30-9828-D4CC21DE9338}" destId="{8C5916C2-F0AC-4949-9491-01990AEBCEB6}" srcOrd="0" destOrd="0" presId="urn:microsoft.com/office/officeart/2018/2/layout/IconVerticalSolidList"/>
    <dgm:cxn modelId="{0F0F7B1F-9E49-4A38-82DE-5421B90439A3}" type="presOf" srcId="{180D7BF9-FD88-4125-822F-2FB2EA2F3F8D}" destId="{7C35766B-5F7C-45A5-B6C1-7F19441ED2B9}" srcOrd="0" destOrd="0" presId="urn:microsoft.com/office/officeart/2018/2/layout/IconVerticalSolidList"/>
    <dgm:cxn modelId="{32E1A62F-6715-4BFF-A200-5135943814FD}" srcId="{5AC80FB3-4716-47F0-A70D-DFE3CDB4E0A1}" destId="{3C7FA11E-C268-467B-A3FD-5A777AF69BA0}" srcOrd="1" destOrd="0" parTransId="{43E92127-7751-4391-B5A3-4CD1EB040BB4}" sibTransId="{95950E2D-F32D-49AE-9DB5-0364891361A3}"/>
    <dgm:cxn modelId="{E23C4842-572A-4CEE-9B85-5AD2E55A0A31}" type="presOf" srcId="{33EFCFC7-AAF4-47FB-BB9E-C94E53DC5E58}" destId="{6842BBC0-5A7E-42EC-91B8-52EB80F53303}" srcOrd="0" destOrd="0" presId="urn:microsoft.com/office/officeart/2018/2/layout/IconVerticalSolidList"/>
    <dgm:cxn modelId="{1D781A43-CD44-4AF5-9B76-F4389793D4E0}" type="presOf" srcId="{7581B1CD-53FB-45EF-83F8-7F41E306740F}" destId="{06804B06-BA7F-40BC-9CC0-7E52FDDA07FD}" srcOrd="0" destOrd="0" presId="urn:microsoft.com/office/officeart/2018/2/layout/IconVerticalSolidList"/>
    <dgm:cxn modelId="{F9E39154-417F-44A5-AED0-C39882583E16}" srcId="{33EFCFC7-AAF4-47FB-BB9E-C94E53DC5E58}" destId="{7581B1CD-53FB-45EF-83F8-7F41E306740F}" srcOrd="0" destOrd="0" parTransId="{19BD44F4-CD37-401B-9ECB-EBB36F3CE379}" sibTransId="{0A8D2E29-E1A3-4EEE-BC2C-F74655BB545A}"/>
    <dgm:cxn modelId="{1BDCF574-6485-406B-8755-92295A1081F0}" srcId="{5AC80FB3-4716-47F0-A70D-DFE3CDB4E0A1}" destId="{33EFCFC7-AAF4-47FB-BB9E-C94E53DC5E58}" srcOrd="0" destOrd="0" parTransId="{11DE45BE-E3B3-4772-A674-A0B341592022}" sibTransId="{E6C7CD63-11F1-4E68-A2F1-01AB488AD332}"/>
    <dgm:cxn modelId="{1D6BE379-FA20-4F7A-8226-B48C6B8C2D25}" type="presOf" srcId="{5AC80FB3-4716-47F0-A70D-DFE3CDB4E0A1}" destId="{709F2C3F-814A-44CF-B068-4EC2A85759F2}" srcOrd="0" destOrd="0" presId="urn:microsoft.com/office/officeart/2018/2/layout/IconVerticalSolidList"/>
    <dgm:cxn modelId="{937084A6-B48B-4D05-A0DE-87A53C69FB71}" srcId="{56525C56-C6A7-4D30-9828-D4CC21DE9338}" destId="{180D7BF9-FD88-4125-822F-2FB2EA2F3F8D}" srcOrd="0" destOrd="0" parTransId="{5A1B3B32-FA67-4385-BC98-5A2FDB9C0EF8}" sibTransId="{376FB891-47D8-4CE9-8CBF-E76967AD3E52}"/>
    <dgm:cxn modelId="{B29302BD-3B79-4012-A5E4-438064FEF43F}" type="presOf" srcId="{3C7FA11E-C268-467B-A3FD-5A777AF69BA0}" destId="{62FFB3F5-BDC3-485F-84C1-3F5C3DD68E57}" srcOrd="0" destOrd="0" presId="urn:microsoft.com/office/officeart/2018/2/layout/IconVerticalSolidList"/>
    <dgm:cxn modelId="{24F0C04B-5182-4562-ACFB-70EC7018A5E6}" type="presParOf" srcId="{709F2C3F-814A-44CF-B068-4EC2A85759F2}" destId="{40E55030-C2D2-4832-B0C9-791CAB3ADB70}" srcOrd="0" destOrd="0" presId="urn:microsoft.com/office/officeart/2018/2/layout/IconVerticalSolidList"/>
    <dgm:cxn modelId="{CAADA0F0-FF1C-45B0-A6FA-0050ACD86E6E}" type="presParOf" srcId="{40E55030-C2D2-4832-B0C9-791CAB3ADB70}" destId="{7E404D19-5E4E-4E89-B952-F52C2045DE69}" srcOrd="0" destOrd="0" presId="urn:microsoft.com/office/officeart/2018/2/layout/IconVerticalSolidList"/>
    <dgm:cxn modelId="{F9814670-6A54-430D-A562-7AC268DD4272}" type="presParOf" srcId="{40E55030-C2D2-4832-B0C9-791CAB3ADB70}" destId="{431CC64C-7C5A-413F-B62F-F8E92FC2A71C}" srcOrd="1" destOrd="0" presId="urn:microsoft.com/office/officeart/2018/2/layout/IconVerticalSolidList"/>
    <dgm:cxn modelId="{99487822-1B77-4555-93E8-8153ED246D77}" type="presParOf" srcId="{40E55030-C2D2-4832-B0C9-791CAB3ADB70}" destId="{07C5AD93-B979-420E-937C-5250226B50F1}" srcOrd="2" destOrd="0" presId="urn:microsoft.com/office/officeart/2018/2/layout/IconVerticalSolidList"/>
    <dgm:cxn modelId="{EED7582C-C779-4C8C-8E5F-57D1187A96B2}" type="presParOf" srcId="{40E55030-C2D2-4832-B0C9-791CAB3ADB70}" destId="{6842BBC0-5A7E-42EC-91B8-52EB80F53303}" srcOrd="3" destOrd="0" presId="urn:microsoft.com/office/officeart/2018/2/layout/IconVerticalSolidList"/>
    <dgm:cxn modelId="{9EA80F16-B230-47D8-BB25-65538CCB85FB}" type="presParOf" srcId="{40E55030-C2D2-4832-B0C9-791CAB3ADB70}" destId="{06804B06-BA7F-40BC-9CC0-7E52FDDA07FD}" srcOrd="4" destOrd="0" presId="urn:microsoft.com/office/officeart/2018/2/layout/IconVerticalSolidList"/>
    <dgm:cxn modelId="{0AA9D9F9-A9B5-42DF-A0AE-F6E74646BDBE}" type="presParOf" srcId="{709F2C3F-814A-44CF-B068-4EC2A85759F2}" destId="{DB27CD3F-C6D4-47A9-B9BD-72703AEEB131}" srcOrd="1" destOrd="0" presId="urn:microsoft.com/office/officeart/2018/2/layout/IconVerticalSolidList"/>
    <dgm:cxn modelId="{3C0D09A2-16E8-4A3E-BAB3-50109C18D0CB}" type="presParOf" srcId="{709F2C3F-814A-44CF-B068-4EC2A85759F2}" destId="{60689D84-747E-402D-BDFA-FF96B16DF64C}" srcOrd="2" destOrd="0" presId="urn:microsoft.com/office/officeart/2018/2/layout/IconVerticalSolidList"/>
    <dgm:cxn modelId="{0589B60A-FF1F-4DC4-B21B-E6CD8AECAB62}" type="presParOf" srcId="{60689D84-747E-402D-BDFA-FF96B16DF64C}" destId="{21128C3C-44FF-40C9-A862-ECA0AFA56A61}" srcOrd="0" destOrd="0" presId="urn:microsoft.com/office/officeart/2018/2/layout/IconVerticalSolidList"/>
    <dgm:cxn modelId="{AFFD5FBA-E54A-40BC-9451-FBB56BF592CB}" type="presParOf" srcId="{60689D84-747E-402D-BDFA-FF96B16DF64C}" destId="{ED314CDC-C12D-4629-8F33-5941AFC0A4D9}" srcOrd="1" destOrd="0" presId="urn:microsoft.com/office/officeart/2018/2/layout/IconVerticalSolidList"/>
    <dgm:cxn modelId="{47932B6B-8F51-43DE-B50C-3424CDE8401D}" type="presParOf" srcId="{60689D84-747E-402D-BDFA-FF96B16DF64C}" destId="{678CF8DF-A5E8-4192-9507-FF8BE9CC6C5E}" srcOrd="2" destOrd="0" presId="urn:microsoft.com/office/officeart/2018/2/layout/IconVerticalSolidList"/>
    <dgm:cxn modelId="{81F8ACB7-8511-4AB7-A60F-A53779931BF3}" type="presParOf" srcId="{60689D84-747E-402D-BDFA-FF96B16DF64C}" destId="{62FFB3F5-BDC3-485F-84C1-3F5C3DD68E57}" srcOrd="3" destOrd="0" presId="urn:microsoft.com/office/officeart/2018/2/layout/IconVerticalSolidList"/>
    <dgm:cxn modelId="{692E78E3-BCB1-4251-A229-7D27EB836016}" type="presParOf" srcId="{709F2C3F-814A-44CF-B068-4EC2A85759F2}" destId="{B01F5E05-F0CA-4807-99B9-6F1EC61091BF}" srcOrd="3" destOrd="0" presId="urn:microsoft.com/office/officeart/2018/2/layout/IconVerticalSolidList"/>
    <dgm:cxn modelId="{D6DF80D9-D773-4D61-A5BF-22D83DBC880B}" type="presParOf" srcId="{709F2C3F-814A-44CF-B068-4EC2A85759F2}" destId="{531B96C2-A607-4639-80B5-E5E84E447ED7}" srcOrd="4" destOrd="0" presId="urn:microsoft.com/office/officeart/2018/2/layout/IconVerticalSolidList"/>
    <dgm:cxn modelId="{895E107C-6694-47D1-9732-506E8476C4FF}" type="presParOf" srcId="{531B96C2-A607-4639-80B5-E5E84E447ED7}" destId="{689E3393-637F-4736-B191-85436A249A65}" srcOrd="0" destOrd="0" presId="urn:microsoft.com/office/officeart/2018/2/layout/IconVerticalSolidList"/>
    <dgm:cxn modelId="{30C260CA-7BEB-4302-B8EA-7AF5BC06F780}" type="presParOf" srcId="{531B96C2-A607-4639-80B5-E5E84E447ED7}" destId="{701E41EB-FBC3-4774-9A13-8DDFE3F7EBE5}" srcOrd="1" destOrd="0" presId="urn:microsoft.com/office/officeart/2018/2/layout/IconVerticalSolidList"/>
    <dgm:cxn modelId="{66CBD315-B00D-4025-B8C3-CA0B7B5FA396}" type="presParOf" srcId="{531B96C2-A607-4639-80B5-E5E84E447ED7}" destId="{C4D4D3C6-B0F2-4F39-896E-ED843078B99B}" srcOrd="2" destOrd="0" presId="urn:microsoft.com/office/officeart/2018/2/layout/IconVerticalSolidList"/>
    <dgm:cxn modelId="{06EC2720-BEE8-454D-A7F2-6018B4267E84}" type="presParOf" srcId="{531B96C2-A607-4639-80B5-E5E84E447ED7}" destId="{8C5916C2-F0AC-4949-9491-01990AEBCEB6}" srcOrd="3" destOrd="0" presId="urn:microsoft.com/office/officeart/2018/2/layout/IconVerticalSolidList"/>
    <dgm:cxn modelId="{877F99E1-0212-4DBA-989C-FA4F5974621F}" type="presParOf" srcId="{531B96C2-A607-4639-80B5-E5E84E447ED7}" destId="{7C35766B-5F7C-45A5-B6C1-7F19441ED2B9}"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8AECBD-3756-4FDD-856A-58BD8FCECCD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7958904-3F23-43EB-A3BA-1975E8BA061B}">
      <dgm:prSet/>
      <dgm:spPr/>
      <dgm:t>
        <a:bodyPr/>
        <a:lstStyle/>
        <a:p>
          <a:r>
            <a:rPr lang="en-US"/>
            <a:t>Shifts centroids toward the densest area of data points. Automatically detects number of clusters.</a:t>
          </a:r>
        </a:p>
      </dgm:t>
    </dgm:pt>
    <dgm:pt modelId="{B35F1638-9A0F-4BF5-8E2E-45D0D83FF3A2}" type="parTrans" cxnId="{5E00439E-7886-41C9-883A-7076B9CDFE6E}">
      <dgm:prSet/>
      <dgm:spPr/>
      <dgm:t>
        <a:bodyPr/>
        <a:lstStyle/>
        <a:p>
          <a:endParaRPr lang="en-US"/>
        </a:p>
      </dgm:t>
    </dgm:pt>
    <dgm:pt modelId="{8B9704EF-6967-43C8-8774-6EB472333361}" type="sibTrans" cxnId="{5E00439E-7886-41C9-883A-7076B9CDFE6E}">
      <dgm:prSet/>
      <dgm:spPr/>
      <dgm:t>
        <a:bodyPr/>
        <a:lstStyle/>
        <a:p>
          <a:endParaRPr lang="en-US"/>
        </a:p>
      </dgm:t>
    </dgm:pt>
    <dgm:pt modelId="{A875B353-9A7E-4DB6-A94F-80DAB272AC00}">
      <dgm:prSet/>
      <dgm:spPr/>
      <dgm:t>
        <a:bodyPr/>
        <a:lstStyle/>
        <a:p>
          <a:r>
            <a:rPr lang="en-US"/>
            <a:t>Advantages / Limitations:</a:t>
          </a:r>
          <a:br>
            <a:rPr lang="en-US"/>
          </a:br>
          <a:r>
            <a:rPr lang="en-US"/>
            <a:t>✅ No need to predefine K</a:t>
          </a:r>
          <a:br>
            <a:rPr lang="en-US"/>
          </a:br>
          <a:r>
            <a:rPr lang="en-US"/>
            <a:t>❌ Computationally heavy</a:t>
          </a:r>
        </a:p>
      </dgm:t>
    </dgm:pt>
    <dgm:pt modelId="{8CC99EE4-583B-4F5B-A7EF-A20D2AF9C23F}" type="parTrans" cxnId="{6048C8B8-65CD-4966-9F40-6848B17E3C4D}">
      <dgm:prSet/>
      <dgm:spPr/>
      <dgm:t>
        <a:bodyPr/>
        <a:lstStyle/>
        <a:p>
          <a:endParaRPr lang="en-US"/>
        </a:p>
      </dgm:t>
    </dgm:pt>
    <dgm:pt modelId="{D367CA83-FF8A-4786-8C89-F355DA708B8E}" type="sibTrans" cxnId="{6048C8B8-65CD-4966-9F40-6848B17E3C4D}">
      <dgm:prSet/>
      <dgm:spPr/>
      <dgm:t>
        <a:bodyPr/>
        <a:lstStyle/>
        <a:p>
          <a:endParaRPr lang="en-US"/>
        </a:p>
      </dgm:t>
    </dgm:pt>
    <dgm:pt modelId="{D53B4053-44AA-442B-B711-5F0B984D293C}">
      <dgm:prSet/>
      <dgm:spPr/>
      <dgm:t>
        <a:bodyPr/>
        <a:lstStyle/>
        <a:p>
          <a:r>
            <a:rPr lang="en-US"/>
            <a:t>Common Use Cases: Image segmentation, tracking</a:t>
          </a:r>
        </a:p>
      </dgm:t>
    </dgm:pt>
    <dgm:pt modelId="{42CC2709-6C08-4652-8A28-DA12C0883D62}" type="parTrans" cxnId="{DB27251F-E7AA-4B0C-8599-7A7269D9358C}">
      <dgm:prSet/>
      <dgm:spPr/>
      <dgm:t>
        <a:bodyPr/>
        <a:lstStyle/>
        <a:p>
          <a:endParaRPr lang="en-US"/>
        </a:p>
      </dgm:t>
    </dgm:pt>
    <dgm:pt modelId="{9CF72C81-EB2C-4E07-8C75-50FE32343E4F}" type="sibTrans" cxnId="{DB27251F-E7AA-4B0C-8599-7A7269D9358C}">
      <dgm:prSet/>
      <dgm:spPr/>
      <dgm:t>
        <a:bodyPr/>
        <a:lstStyle/>
        <a:p>
          <a:endParaRPr lang="en-US"/>
        </a:p>
      </dgm:t>
    </dgm:pt>
    <dgm:pt modelId="{05D8AC78-156B-4510-93AC-2129E5987BE8}">
      <dgm:prSet/>
      <dgm:spPr/>
      <dgm:t>
        <a:bodyPr/>
        <a:lstStyle/>
        <a:p>
          <a:r>
            <a:rPr lang="en-US"/>
            <a:t>Example Python snippet:</a:t>
          </a:r>
        </a:p>
      </dgm:t>
    </dgm:pt>
    <dgm:pt modelId="{A0437B29-837F-4663-9F76-C49E5A7DB993}" type="parTrans" cxnId="{19AEF577-FE56-4C3D-834F-E97AC7D19E15}">
      <dgm:prSet/>
      <dgm:spPr/>
      <dgm:t>
        <a:bodyPr/>
        <a:lstStyle/>
        <a:p>
          <a:endParaRPr lang="en-US"/>
        </a:p>
      </dgm:t>
    </dgm:pt>
    <dgm:pt modelId="{214EF6C1-5747-479D-BCFC-75E8B9685BC1}" type="sibTrans" cxnId="{19AEF577-FE56-4C3D-834F-E97AC7D19E15}">
      <dgm:prSet/>
      <dgm:spPr/>
      <dgm:t>
        <a:bodyPr/>
        <a:lstStyle/>
        <a:p>
          <a:endParaRPr lang="en-US"/>
        </a:p>
      </dgm:t>
    </dgm:pt>
    <dgm:pt modelId="{24536EDF-CA2B-4DCB-B8B8-6C4124875687}">
      <dgm:prSet/>
      <dgm:spPr/>
      <dgm:t>
        <a:bodyPr/>
        <a:lstStyle/>
        <a:p>
          <a:r>
            <a:rPr lang="en-US"/>
            <a:t>from sklearn.cluster import Mean</a:t>
          </a:r>
          <a:br>
            <a:rPr lang="en-US"/>
          </a:br>
          <a:r>
            <a:rPr lang="en-US"/>
            <a:t>model = Mean()</a:t>
          </a:r>
          <a:br>
            <a:rPr lang="en-US"/>
          </a:br>
          <a:r>
            <a:rPr lang="en-US"/>
            <a:t>model.fit(X)</a:t>
          </a:r>
        </a:p>
      </dgm:t>
    </dgm:pt>
    <dgm:pt modelId="{CCD20B89-58B1-4822-9007-6C0DE86C30DB}" type="parTrans" cxnId="{43792210-D014-4719-8612-621BF1862800}">
      <dgm:prSet/>
      <dgm:spPr/>
      <dgm:t>
        <a:bodyPr/>
        <a:lstStyle/>
        <a:p>
          <a:endParaRPr lang="en-US"/>
        </a:p>
      </dgm:t>
    </dgm:pt>
    <dgm:pt modelId="{0492BB8A-B071-45B9-917E-45A3FF92F8C7}" type="sibTrans" cxnId="{43792210-D014-4719-8612-621BF1862800}">
      <dgm:prSet/>
      <dgm:spPr/>
      <dgm:t>
        <a:bodyPr/>
        <a:lstStyle/>
        <a:p>
          <a:endParaRPr lang="en-US"/>
        </a:p>
      </dgm:t>
    </dgm:pt>
    <dgm:pt modelId="{CD78537A-69D6-4419-9DE5-7B42C3EF6E02}" type="pres">
      <dgm:prSet presAssocID="{CC8AECBD-3756-4FDD-856A-58BD8FCECCD5}" presName="root" presStyleCnt="0">
        <dgm:presLayoutVars>
          <dgm:dir/>
          <dgm:resizeHandles val="exact"/>
        </dgm:presLayoutVars>
      </dgm:prSet>
      <dgm:spPr/>
    </dgm:pt>
    <dgm:pt modelId="{19CBE820-0239-4A53-B8A0-9753FA0FA6C3}" type="pres">
      <dgm:prSet presAssocID="{37958904-3F23-43EB-A3BA-1975E8BA061B}" presName="compNode" presStyleCnt="0"/>
      <dgm:spPr/>
    </dgm:pt>
    <dgm:pt modelId="{1B36347E-19C8-4CEA-BA18-C491F053045F}" type="pres">
      <dgm:prSet presAssocID="{37958904-3F23-43EB-A3BA-1975E8BA061B}" presName="bgRect" presStyleLbl="bgShp" presStyleIdx="0" presStyleCnt="3"/>
      <dgm:spPr/>
    </dgm:pt>
    <dgm:pt modelId="{591FE029-9A94-4A07-BC23-047F397683C7}" type="pres">
      <dgm:prSet presAssocID="{37958904-3F23-43EB-A3BA-1975E8BA061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798EC803-1F3A-40CA-819C-19BB7FA13962}" type="pres">
      <dgm:prSet presAssocID="{37958904-3F23-43EB-A3BA-1975E8BA061B}" presName="spaceRect" presStyleCnt="0"/>
      <dgm:spPr/>
    </dgm:pt>
    <dgm:pt modelId="{09BA8B6D-1B80-4B17-B9BD-03EC33BC24B9}" type="pres">
      <dgm:prSet presAssocID="{37958904-3F23-43EB-A3BA-1975E8BA061B}" presName="parTx" presStyleLbl="revTx" presStyleIdx="0" presStyleCnt="5">
        <dgm:presLayoutVars>
          <dgm:chMax val="0"/>
          <dgm:chPref val="0"/>
        </dgm:presLayoutVars>
      </dgm:prSet>
      <dgm:spPr/>
    </dgm:pt>
    <dgm:pt modelId="{B162C926-A6B9-48B2-91EF-729C0905FF7E}" type="pres">
      <dgm:prSet presAssocID="{37958904-3F23-43EB-A3BA-1975E8BA061B}" presName="desTx" presStyleLbl="revTx" presStyleIdx="1" presStyleCnt="5">
        <dgm:presLayoutVars/>
      </dgm:prSet>
      <dgm:spPr/>
    </dgm:pt>
    <dgm:pt modelId="{B3D9A1A1-40FE-4EE6-B3FF-16F1C3CABD74}" type="pres">
      <dgm:prSet presAssocID="{8B9704EF-6967-43C8-8774-6EB472333361}" presName="sibTrans" presStyleCnt="0"/>
      <dgm:spPr/>
    </dgm:pt>
    <dgm:pt modelId="{097C0DF8-A178-4046-A2B6-B1F89D968208}" type="pres">
      <dgm:prSet presAssocID="{D53B4053-44AA-442B-B711-5F0B984D293C}" presName="compNode" presStyleCnt="0"/>
      <dgm:spPr/>
    </dgm:pt>
    <dgm:pt modelId="{DD5BCC5D-7B38-47C4-AF7D-7AB9FA4E361A}" type="pres">
      <dgm:prSet presAssocID="{D53B4053-44AA-442B-B711-5F0B984D293C}" presName="bgRect" presStyleLbl="bgShp" presStyleIdx="1" presStyleCnt="3"/>
      <dgm:spPr/>
    </dgm:pt>
    <dgm:pt modelId="{F2B2F486-D30E-48AD-816E-0B91DA97FB99}" type="pres">
      <dgm:prSet presAssocID="{D53B4053-44AA-442B-B711-5F0B984D293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search"/>
        </a:ext>
      </dgm:extLst>
    </dgm:pt>
    <dgm:pt modelId="{CCAEBB0F-019C-4D62-BED4-9EA4E49DDE86}" type="pres">
      <dgm:prSet presAssocID="{D53B4053-44AA-442B-B711-5F0B984D293C}" presName="spaceRect" presStyleCnt="0"/>
      <dgm:spPr/>
    </dgm:pt>
    <dgm:pt modelId="{D073D581-18B7-4599-944A-A8C5B40EFB02}" type="pres">
      <dgm:prSet presAssocID="{D53B4053-44AA-442B-B711-5F0B984D293C}" presName="parTx" presStyleLbl="revTx" presStyleIdx="2" presStyleCnt="5">
        <dgm:presLayoutVars>
          <dgm:chMax val="0"/>
          <dgm:chPref val="0"/>
        </dgm:presLayoutVars>
      </dgm:prSet>
      <dgm:spPr/>
    </dgm:pt>
    <dgm:pt modelId="{D9F4090F-966A-4039-A595-3151B881C4BF}" type="pres">
      <dgm:prSet presAssocID="{9CF72C81-EB2C-4E07-8C75-50FE32343E4F}" presName="sibTrans" presStyleCnt="0"/>
      <dgm:spPr/>
    </dgm:pt>
    <dgm:pt modelId="{5D39E444-7885-4E8C-93B4-CAD8C860BCCB}" type="pres">
      <dgm:prSet presAssocID="{05D8AC78-156B-4510-93AC-2129E5987BE8}" presName="compNode" presStyleCnt="0"/>
      <dgm:spPr/>
    </dgm:pt>
    <dgm:pt modelId="{E31646A5-6769-4CA4-B2FE-3642791E790D}" type="pres">
      <dgm:prSet presAssocID="{05D8AC78-156B-4510-93AC-2129E5987BE8}" presName="bgRect" presStyleLbl="bgShp" presStyleIdx="2" presStyleCnt="3"/>
      <dgm:spPr/>
    </dgm:pt>
    <dgm:pt modelId="{1BDF4DEC-BE3F-4B5D-9A1F-749E62F2CB92}" type="pres">
      <dgm:prSet presAssocID="{05D8AC78-156B-4510-93AC-2129E5987BE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12314B5B-037E-44A6-B404-C1F32BFC2964}" type="pres">
      <dgm:prSet presAssocID="{05D8AC78-156B-4510-93AC-2129E5987BE8}" presName="spaceRect" presStyleCnt="0"/>
      <dgm:spPr/>
    </dgm:pt>
    <dgm:pt modelId="{2D77688C-20E2-4FC1-9076-BD7F387CD39B}" type="pres">
      <dgm:prSet presAssocID="{05D8AC78-156B-4510-93AC-2129E5987BE8}" presName="parTx" presStyleLbl="revTx" presStyleIdx="3" presStyleCnt="5">
        <dgm:presLayoutVars>
          <dgm:chMax val="0"/>
          <dgm:chPref val="0"/>
        </dgm:presLayoutVars>
      </dgm:prSet>
      <dgm:spPr/>
    </dgm:pt>
    <dgm:pt modelId="{492C8D96-03E6-472D-BAAA-418E870B8869}" type="pres">
      <dgm:prSet presAssocID="{05D8AC78-156B-4510-93AC-2129E5987BE8}" presName="desTx" presStyleLbl="revTx" presStyleIdx="4" presStyleCnt="5">
        <dgm:presLayoutVars/>
      </dgm:prSet>
      <dgm:spPr/>
    </dgm:pt>
  </dgm:ptLst>
  <dgm:cxnLst>
    <dgm:cxn modelId="{1D3D3507-8317-4970-AA97-BC0F3B0F6CA6}" type="presOf" srcId="{A875B353-9A7E-4DB6-A94F-80DAB272AC00}" destId="{B162C926-A6B9-48B2-91EF-729C0905FF7E}" srcOrd="0" destOrd="0" presId="urn:microsoft.com/office/officeart/2018/2/layout/IconVerticalSolidList"/>
    <dgm:cxn modelId="{43792210-D014-4719-8612-621BF1862800}" srcId="{05D8AC78-156B-4510-93AC-2129E5987BE8}" destId="{24536EDF-CA2B-4DCB-B8B8-6C4124875687}" srcOrd="0" destOrd="0" parTransId="{CCD20B89-58B1-4822-9007-6C0DE86C30DB}" sibTransId="{0492BB8A-B071-45B9-917E-45A3FF92F8C7}"/>
    <dgm:cxn modelId="{EF649C13-A9B1-480D-8FD8-F607B8BE3B75}" type="presOf" srcId="{D53B4053-44AA-442B-B711-5F0B984D293C}" destId="{D073D581-18B7-4599-944A-A8C5B40EFB02}" srcOrd="0" destOrd="0" presId="urn:microsoft.com/office/officeart/2018/2/layout/IconVerticalSolidList"/>
    <dgm:cxn modelId="{DB27251F-E7AA-4B0C-8599-7A7269D9358C}" srcId="{CC8AECBD-3756-4FDD-856A-58BD8FCECCD5}" destId="{D53B4053-44AA-442B-B711-5F0B984D293C}" srcOrd="1" destOrd="0" parTransId="{42CC2709-6C08-4652-8A28-DA12C0883D62}" sibTransId="{9CF72C81-EB2C-4E07-8C75-50FE32343E4F}"/>
    <dgm:cxn modelId="{E4687147-5298-470B-8733-EEF47197718C}" type="presOf" srcId="{24536EDF-CA2B-4DCB-B8B8-6C4124875687}" destId="{492C8D96-03E6-472D-BAAA-418E870B8869}" srcOrd="0" destOrd="0" presId="urn:microsoft.com/office/officeart/2018/2/layout/IconVerticalSolidList"/>
    <dgm:cxn modelId="{19AEF577-FE56-4C3D-834F-E97AC7D19E15}" srcId="{CC8AECBD-3756-4FDD-856A-58BD8FCECCD5}" destId="{05D8AC78-156B-4510-93AC-2129E5987BE8}" srcOrd="2" destOrd="0" parTransId="{A0437B29-837F-4663-9F76-C49E5A7DB993}" sibTransId="{214EF6C1-5747-479D-BCFC-75E8B9685BC1}"/>
    <dgm:cxn modelId="{C1ECC287-B175-4F56-AD4F-7E04F4BBEE99}" type="presOf" srcId="{37958904-3F23-43EB-A3BA-1975E8BA061B}" destId="{09BA8B6D-1B80-4B17-B9BD-03EC33BC24B9}" srcOrd="0" destOrd="0" presId="urn:microsoft.com/office/officeart/2018/2/layout/IconVerticalSolidList"/>
    <dgm:cxn modelId="{53DAFB9B-7E8F-4107-9B10-0198551A7CB4}" type="presOf" srcId="{05D8AC78-156B-4510-93AC-2129E5987BE8}" destId="{2D77688C-20E2-4FC1-9076-BD7F387CD39B}" srcOrd="0" destOrd="0" presId="urn:microsoft.com/office/officeart/2018/2/layout/IconVerticalSolidList"/>
    <dgm:cxn modelId="{5E00439E-7886-41C9-883A-7076B9CDFE6E}" srcId="{CC8AECBD-3756-4FDD-856A-58BD8FCECCD5}" destId="{37958904-3F23-43EB-A3BA-1975E8BA061B}" srcOrd="0" destOrd="0" parTransId="{B35F1638-9A0F-4BF5-8E2E-45D0D83FF3A2}" sibTransId="{8B9704EF-6967-43C8-8774-6EB472333361}"/>
    <dgm:cxn modelId="{6048C8B8-65CD-4966-9F40-6848B17E3C4D}" srcId="{37958904-3F23-43EB-A3BA-1975E8BA061B}" destId="{A875B353-9A7E-4DB6-A94F-80DAB272AC00}" srcOrd="0" destOrd="0" parTransId="{8CC99EE4-583B-4F5B-A7EF-A20D2AF9C23F}" sibTransId="{D367CA83-FF8A-4786-8C89-F355DA708B8E}"/>
    <dgm:cxn modelId="{9B92F0D9-E810-46D6-9318-D64A2EA365D6}" type="presOf" srcId="{CC8AECBD-3756-4FDD-856A-58BD8FCECCD5}" destId="{CD78537A-69D6-4419-9DE5-7B42C3EF6E02}" srcOrd="0" destOrd="0" presId="urn:microsoft.com/office/officeart/2018/2/layout/IconVerticalSolidList"/>
    <dgm:cxn modelId="{34186183-1FC4-4F4C-9C10-25984CD1A58E}" type="presParOf" srcId="{CD78537A-69D6-4419-9DE5-7B42C3EF6E02}" destId="{19CBE820-0239-4A53-B8A0-9753FA0FA6C3}" srcOrd="0" destOrd="0" presId="urn:microsoft.com/office/officeart/2018/2/layout/IconVerticalSolidList"/>
    <dgm:cxn modelId="{DF165EF2-42DC-4FE3-84FF-BF3C1B0D195E}" type="presParOf" srcId="{19CBE820-0239-4A53-B8A0-9753FA0FA6C3}" destId="{1B36347E-19C8-4CEA-BA18-C491F053045F}" srcOrd="0" destOrd="0" presId="urn:microsoft.com/office/officeart/2018/2/layout/IconVerticalSolidList"/>
    <dgm:cxn modelId="{890AC0C8-34E3-4775-BEBF-71703F5F3B1E}" type="presParOf" srcId="{19CBE820-0239-4A53-B8A0-9753FA0FA6C3}" destId="{591FE029-9A94-4A07-BC23-047F397683C7}" srcOrd="1" destOrd="0" presId="urn:microsoft.com/office/officeart/2018/2/layout/IconVerticalSolidList"/>
    <dgm:cxn modelId="{6913A665-BD72-4F81-B5F5-D731CFD44AFA}" type="presParOf" srcId="{19CBE820-0239-4A53-B8A0-9753FA0FA6C3}" destId="{798EC803-1F3A-40CA-819C-19BB7FA13962}" srcOrd="2" destOrd="0" presId="urn:microsoft.com/office/officeart/2018/2/layout/IconVerticalSolidList"/>
    <dgm:cxn modelId="{1BD5B325-6984-4FD7-93A9-5ACC72368520}" type="presParOf" srcId="{19CBE820-0239-4A53-B8A0-9753FA0FA6C3}" destId="{09BA8B6D-1B80-4B17-B9BD-03EC33BC24B9}" srcOrd="3" destOrd="0" presId="urn:microsoft.com/office/officeart/2018/2/layout/IconVerticalSolidList"/>
    <dgm:cxn modelId="{A41523B3-A152-4FA6-8372-3DF108DC3744}" type="presParOf" srcId="{19CBE820-0239-4A53-B8A0-9753FA0FA6C3}" destId="{B162C926-A6B9-48B2-91EF-729C0905FF7E}" srcOrd="4" destOrd="0" presId="urn:microsoft.com/office/officeart/2018/2/layout/IconVerticalSolidList"/>
    <dgm:cxn modelId="{ADB7D3D4-FF70-44FC-BE88-D591B10539A4}" type="presParOf" srcId="{CD78537A-69D6-4419-9DE5-7B42C3EF6E02}" destId="{B3D9A1A1-40FE-4EE6-B3FF-16F1C3CABD74}" srcOrd="1" destOrd="0" presId="urn:microsoft.com/office/officeart/2018/2/layout/IconVerticalSolidList"/>
    <dgm:cxn modelId="{2789353D-B988-49B1-AD78-EC9A318CD262}" type="presParOf" srcId="{CD78537A-69D6-4419-9DE5-7B42C3EF6E02}" destId="{097C0DF8-A178-4046-A2B6-B1F89D968208}" srcOrd="2" destOrd="0" presId="urn:microsoft.com/office/officeart/2018/2/layout/IconVerticalSolidList"/>
    <dgm:cxn modelId="{F0F67749-1FEC-4190-8446-5B4564D425DB}" type="presParOf" srcId="{097C0DF8-A178-4046-A2B6-B1F89D968208}" destId="{DD5BCC5D-7B38-47C4-AF7D-7AB9FA4E361A}" srcOrd="0" destOrd="0" presId="urn:microsoft.com/office/officeart/2018/2/layout/IconVerticalSolidList"/>
    <dgm:cxn modelId="{9B7495A4-F392-4ACC-A148-2DA7B78C1442}" type="presParOf" srcId="{097C0DF8-A178-4046-A2B6-B1F89D968208}" destId="{F2B2F486-D30E-48AD-816E-0B91DA97FB99}" srcOrd="1" destOrd="0" presId="urn:microsoft.com/office/officeart/2018/2/layout/IconVerticalSolidList"/>
    <dgm:cxn modelId="{D3AA667D-E101-47ED-9D74-C5FD89FE934B}" type="presParOf" srcId="{097C0DF8-A178-4046-A2B6-B1F89D968208}" destId="{CCAEBB0F-019C-4D62-BED4-9EA4E49DDE86}" srcOrd="2" destOrd="0" presId="urn:microsoft.com/office/officeart/2018/2/layout/IconVerticalSolidList"/>
    <dgm:cxn modelId="{EFC914D8-AF0A-49C7-924D-BCDB689E98B7}" type="presParOf" srcId="{097C0DF8-A178-4046-A2B6-B1F89D968208}" destId="{D073D581-18B7-4599-944A-A8C5B40EFB02}" srcOrd="3" destOrd="0" presId="urn:microsoft.com/office/officeart/2018/2/layout/IconVerticalSolidList"/>
    <dgm:cxn modelId="{1266F47C-2935-4C29-B094-4A4C16132D9C}" type="presParOf" srcId="{CD78537A-69D6-4419-9DE5-7B42C3EF6E02}" destId="{D9F4090F-966A-4039-A595-3151B881C4BF}" srcOrd="3" destOrd="0" presId="urn:microsoft.com/office/officeart/2018/2/layout/IconVerticalSolidList"/>
    <dgm:cxn modelId="{DC42FF63-3832-4107-9F32-E798DE98673E}" type="presParOf" srcId="{CD78537A-69D6-4419-9DE5-7B42C3EF6E02}" destId="{5D39E444-7885-4E8C-93B4-CAD8C860BCCB}" srcOrd="4" destOrd="0" presId="urn:microsoft.com/office/officeart/2018/2/layout/IconVerticalSolidList"/>
    <dgm:cxn modelId="{339735C4-2707-4838-92E1-D2F56B93619A}" type="presParOf" srcId="{5D39E444-7885-4E8C-93B4-CAD8C860BCCB}" destId="{E31646A5-6769-4CA4-B2FE-3642791E790D}" srcOrd="0" destOrd="0" presId="urn:microsoft.com/office/officeart/2018/2/layout/IconVerticalSolidList"/>
    <dgm:cxn modelId="{1469D16F-380C-4FE4-BEC8-BF50D8702C25}" type="presParOf" srcId="{5D39E444-7885-4E8C-93B4-CAD8C860BCCB}" destId="{1BDF4DEC-BE3F-4B5D-9A1F-749E62F2CB92}" srcOrd="1" destOrd="0" presId="urn:microsoft.com/office/officeart/2018/2/layout/IconVerticalSolidList"/>
    <dgm:cxn modelId="{AD4DBC59-7F95-4ABD-A806-E9F750BE09D6}" type="presParOf" srcId="{5D39E444-7885-4E8C-93B4-CAD8C860BCCB}" destId="{12314B5B-037E-44A6-B404-C1F32BFC2964}" srcOrd="2" destOrd="0" presId="urn:microsoft.com/office/officeart/2018/2/layout/IconVerticalSolidList"/>
    <dgm:cxn modelId="{65F03266-0C05-4BED-BBE2-334610839758}" type="presParOf" srcId="{5D39E444-7885-4E8C-93B4-CAD8C860BCCB}" destId="{2D77688C-20E2-4FC1-9076-BD7F387CD39B}" srcOrd="3" destOrd="0" presId="urn:microsoft.com/office/officeart/2018/2/layout/IconVerticalSolidList"/>
    <dgm:cxn modelId="{414A1BA9-48C2-41B7-826A-44A067DF7886}" type="presParOf" srcId="{5D39E444-7885-4E8C-93B4-CAD8C860BCCB}" destId="{492C8D96-03E6-472D-BAAA-418E870B8869}"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488126-78E3-459D-A7B9-52C9B056458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554E6D0-E1B9-4102-8EA5-8D25386F56EB}">
      <dgm:prSet/>
      <dgm:spPr/>
      <dgm:t>
        <a:bodyPr/>
        <a:lstStyle/>
        <a:p>
          <a:r>
            <a:rPr lang="en-US"/>
            <a:t>Uses graph theory and eigenvalues of similarity matrices to partition data into groups. Works well for non-convex shapes.</a:t>
          </a:r>
        </a:p>
      </dgm:t>
    </dgm:pt>
    <dgm:pt modelId="{2550A2BE-261C-41EF-924B-4F60309560BA}" type="parTrans" cxnId="{A9E2EB84-B767-4C1E-84F2-5621CD071FF9}">
      <dgm:prSet/>
      <dgm:spPr/>
      <dgm:t>
        <a:bodyPr/>
        <a:lstStyle/>
        <a:p>
          <a:endParaRPr lang="en-US"/>
        </a:p>
      </dgm:t>
    </dgm:pt>
    <dgm:pt modelId="{A35C9653-8D94-4D1E-87E9-0DAB1D026D35}" type="sibTrans" cxnId="{A9E2EB84-B767-4C1E-84F2-5621CD071FF9}">
      <dgm:prSet/>
      <dgm:spPr/>
      <dgm:t>
        <a:bodyPr/>
        <a:lstStyle/>
        <a:p>
          <a:endParaRPr lang="en-US"/>
        </a:p>
      </dgm:t>
    </dgm:pt>
    <dgm:pt modelId="{573452E3-C38A-4389-8040-30A1D2D0CAB8}">
      <dgm:prSet/>
      <dgm:spPr/>
      <dgm:t>
        <a:bodyPr/>
        <a:lstStyle/>
        <a:p>
          <a:r>
            <a:rPr lang="en-US"/>
            <a:t>Advantages / Limitations:</a:t>
          </a:r>
          <a:br>
            <a:rPr lang="en-US"/>
          </a:br>
          <a:r>
            <a:rPr lang="en-US"/>
            <a:t>✅ Works with complex structures</a:t>
          </a:r>
          <a:br>
            <a:rPr lang="en-US"/>
          </a:br>
          <a:r>
            <a:rPr lang="en-US"/>
            <a:t>❌ Computationally expensive</a:t>
          </a:r>
        </a:p>
      </dgm:t>
    </dgm:pt>
    <dgm:pt modelId="{B8ADE89B-89E6-4179-92BD-3BAAD4267CD7}" type="parTrans" cxnId="{6F6D046B-089C-4F01-9365-6BB3ADB51329}">
      <dgm:prSet/>
      <dgm:spPr/>
      <dgm:t>
        <a:bodyPr/>
        <a:lstStyle/>
        <a:p>
          <a:endParaRPr lang="en-US"/>
        </a:p>
      </dgm:t>
    </dgm:pt>
    <dgm:pt modelId="{317C26C2-CA89-4C10-9860-AEFCDC8A763D}" type="sibTrans" cxnId="{6F6D046B-089C-4F01-9365-6BB3ADB51329}">
      <dgm:prSet/>
      <dgm:spPr/>
      <dgm:t>
        <a:bodyPr/>
        <a:lstStyle/>
        <a:p>
          <a:endParaRPr lang="en-US"/>
        </a:p>
      </dgm:t>
    </dgm:pt>
    <dgm:pt modelId="{9EF9A780-F07A-4270-9314-85F84ED42C4F}">
      <dgm:prSet/>
      <dgm:spPr/>
      <dgm:t>
        <a:bodyPr/>
        <a:lstStyle/>
        <a:p>
          <a:r>
            <a:rPr lang="en-US"/>
            <a:t>Common Use Cases: Image segmentation, social network analysis</a:t>
          </a:r>
        </a:p>
      </dgm:t>
    </dgm:pt>
    <dgm:pt modelId="{FFC6381D-6B4B-4BB3-BDD7-99C7E8F3D3BA}" type="parTrans" cxnId="{9D65AC0F-2393-424F-A6DF-23422FE93156}">
      <dgm:prSet/>
      <dgm:spPr/>
      <dgm:t>
        <a:bodyPr/>
        <a:lstStyle/>
        <a:p>
          <a:endParaRPr lang="en-US"/>
        </a:p>
      </dgm:t>
    </dgm:pt>
    <dgm:pt modelId="{75008022-E754-4C30-B880-769FFBEF3FBE}" type="sibTrans" cxnId="{9D65AC0F-2393-424F-A6DF-23422FE93156}">
      <dgm:prSet/>
      <dgm:spPr/>
      <dgm:t>
        <a:bodyPr/>
        <a:lstStyle/>
        <a:p>
          <a:endParaRPr lang="en-US"/>
        </a:p>
      </dgm:t>
    </dgm:pt>
    <dgm:pt modelId="{30D7D864-D924-4CC5-A19D-A901F3E67E1C}">
      <dgm:prSet/>
      <dgm:spPr/>
      <dgm:t>
        <a:bodyPr/>
        <a:lstStyle/>
        <a:p>
          <a:r>
            <a:rPr lang="en-US"/>
            <a:t>Example Python snippet:</a:t>
          </a:r>
        </a:p>
      </dgm:t>
    </dgm:pt>
    <dgm:pt modelId="{99C679EB-3178-47BE-BC2C-E57E3E5D233F}" type="parTrans" cxnId="{EFCA72E3-788F-4443-8734-ED13290F5C4F}">
      <dgm:prSet/>
      <dgm:spPr/>
      <dgm:t>
        <a:bodyPr/>
        <a:lstStyle/>
        <a:p>
          <a:endParaRPr lang="en-US"/>
        </a:p>
      </dgm:t>
    </dgm:pt>
    <dgm:pt modelId="{06AB354D-E30A-4E11-8953-C7F9A0BD0B5D}" type="sibTrans" cxnId="{EFCA72E3-788F-4443-8734-ED13290F5C4F}">
      <dgm:prSet/>
      <dgm:spPr/>
      <dgm:t>
        <a:bodyPr/>
        <a:lstStyle/>
        <a:p>
          <a:endParaRPr lang="en-US"/>
        </a:p>
      </dgm:t>
    </dgm:pt>
    <dgm:pt modelId="{A50BA13B-3F8A-4945-87E8-563346FDF7B6}">
      <dgm:prSet/>
      <dgm:spPr/>
      <dgm:t>
        <a:bodyPr/>
        <a:lstStyle/>
        <a:p>
          <a:r>
            <a:rPr lang="en-US"/>
            <a:t>from sklearn.cluster import Spectral</a:t>
          </a:r>
          <a:br>
            <a:rPr lang="en-US"/>
          </a:br>
          <a:r>
            <a:rPr lang="en-US"/>
            <a:t>model = Spectral()</a:t>
          </a:r>
          <a:br>
            <a:rPr lang="en-US"/>
          </a:br>
          <a:r>
            <a:rPr lang="en-US"/>
            <a:t>model.fit(X)</a:t>
          </a:r>
        </a:p>
      </dgm:t>
    </dgm:pt>
    <dgm:pt modelId="{581EE0F1-820C-495A-9333-79B0F5C64D2C}" type="parTrans" cxnId="{7000DA4A-5C49-441B-A122-81CC4EB2EEF2}">
      <dgm:prSet/>
      <dgm:spPr/>
      <dgm:t>
        <a:bodyPr/>
        <a:lstStyle/>
        <a:p>
          <a:endParaRPr lang="en-US"/>
        </a:p>
      </dgm:t>
    </dgm:pt>
    <dgm:pt modelId="{0BD93E41-8072-42E6-8893-EF391366CBEA}" type="sibTrans" cxnId="{7000DA4A-5C49-441B-A122-81CC4EB2EEF2}">
      <dgm:prSet/>
      <dgm:spPr/>
      <dgm:t>
        <a:bodyPr/>
        <a:lstStyle/>
        <a:p>
          <a:endParaRPr lang="en-US"/>
        </a:p>
      </dgm:t>
    </dgm:pt>
    <dgm:pt modelId="{991510C0-EFDC-429F-AA8B-0301D5C000E1}" type="pres">
      <dgm:prSet presAssocID="{DB488126-78E3-459D-A7B9-52C9B056458B}" presName="root" presStyleCnt="0">
        <dgm:presLayoutVars>
          <dgm:dir/>
          <dgm:resizeHandles val="exact"/>
        </dgm:presLayoutVars>
      </dgm:prSet>
      <dgm:spPr/>
    </dgm:pt>
    <dgm:pt modelId="{F5113977-481B-47E3-8CB8-C5382F227CE9}" type="pres">
      <dgm:prSet presAssocID="{E554E6D0-E1B9-4102-8EA5-8D25386F56EB}" presName="compNode" presStyleCnt="0"/>
      <dgm:spPr/>
    </dgm:pt>
    <dgm:pt modelId="{4F97C097-DC1A-4C01-A926-996513B890C5}" type="pres">
      <dgm:prSet presAssocID="{E554E6D0-E1B9-4102-8EA5-8D25386F56EB}" presName="bgRect" presStyleLbl="bgShp" presStyleIdx="0" presStyleCnt="3"/>
      <dgm:spPr/>
    </dgm:pt>
    <dgm:pt modelId="{BE4E25B6-20B4-4F55-A79D-F311E9A4867D}" type="pres">
      <dgm:prSet presAssocID="{E554E6D0-E1B9-4102-8EA5-8D25386F56E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rawing Compass"/>
        </a:ext>
      </dgm:extLst>
    </dgm:pt>
    <dgm:pt modelId="{70D2357A-D325-4CCD-8D17-9BC130BEAEB5}" type="pres">
      <dgm:prSet presAssocID="{E554E6D0-E1B9-4102-8EA5-8D25386F56EB}" presName="spaceRect" presStyleCnt="0"/>
      <dgm:spPr/>
    </dgm:pt>
    <dgm:pt modelId="{B7913006-0914-4600-9FEE-518960F62609}" type="pres">
      <dgm:prSet presAssocID="{E554E6D0-E1B9-4102-8EA5-8D25386F56EB}" presName="parTx" presStyleLbl="revTx" presStyleIdx="0" presStyleCnt="5">
        <dgm:presLayoutVars>
          <dgm:chMax val="0"/>
          <dgm:chPref val="0"/>
        </dgm:presLayoutVars>
      </dgm:prSet>
      <dgm:spPr/>
    </dgm:pt>
    <dgm:pt modelId="{7A1EF556-76B1-4C23-8D6B-F283F36FD48C}" type="pres">
      <dgm:prSet presAssocID="{E554E6D0-E1B9-4102-8EA5-8D25386F56EB}" presName="desTx" presStyleLbl="revTx" presStyleIdx="1" presStyleCnt="5">
        <dgm:presLayoutVars/>
      </dgm:prSet>
      <dgm:spPr/>
    </dgm:pt>
    <dgm:pt modelId="{134EDD70-9742-4433-AB0F-6DC4FA7FD926}" type="pres">
      <dgm:prSet presAssocID="{A35C9653-8D94-4D1E-87E9-0DAB1D026D35}" presName="sibTrans" presStyleCnt="0"/>
      <dgm:spPr/>
    </dgm:pt>
    <dgm:pt modelId="{83A8A049-C0DF-4F4E-9D9A-770C0CD637F5}" type="pres">
      <dgm:prSet presAssocID="{9EF9A780-F07A-4270-9314-85F84ED42C4F}" presName="compNode" presStyleCnt="0"/>
      <dgm:spPr/>
    </dgm:pt>
    <dgm:pt modelId="{CF4C2049-15BC-48A4-A7EF-70996CC15DCC}" type="pres">
      <dgm:prSet presAssocID="{9EF9A780-F07A-4270-9314-85F84ED42C4F}" presName="bgRect" presStyleLbl="bgShp" presStyleIdx="1" presStyleCnt="3"/>
      <dgm:spPr/>
    </dgm:pt>
    <dgm:pt modelId="{6E614C2F-0EE9-40B8-8413-B3B66FAA786F}" type="pres">
      <dgm:prSet presAssocID="{9EF9A780-F07A-4270-9314-85F84ED42C4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ocial Network"/>
        </a:ext>
      </dgm:extLst>
    </dgm:pt>
    <dgm:pt modelId="{8D541A7D-58F5-46D1-95E9-0EB95878F881}" type="pres">
      <dgm:prSet presAssocID="{9EF9A780-F07A-4270-9314-85F84ED42C4F}" presName="spaceRect" presStyleCnt="0"/>
      <dgm:spPr/>
    </dgm:pt>
    <dgm:pt modelId="{CF9E82F3-AEDB-4D63-B570-C930F652CC34}" type="pres">
      <dgm:prSet presAssocID="{9EF9A780-F07A-4270-9314-85F84ED42C4F}" presName="parTx" presStyleLbl="revTx" presStyleIdx="2" presStyleCnt="5">
        <dgm:presLayoutVars>
          <dgm:chMax val="0"/>
          <dgm:chPref val="0"/>
        </dgm:presLayoutVars>
      </dgm:prSet>
      <dgm:spPr/>
    </dgm:pt>
    <dgm:pt modelId="{F5B3A179-0305-4AFC-B8BC-4E9B96BC29C9}" type="pres">
      <dgm:prSet presAssocID="{75008022-E754-4C30-B880-769FFBEF3FBE}" presName="sibTrans" presStyleCnt="0"/>
      <dgm:spPr/>
    </dgm:pt>
    <dgm:pt modelId="{6E55AAF2-B62D-439F-849C-914B4CDEE13B}" type="pres">
      <dgm:prSet presAssocID="{30D7D864-D924-4CC5-A19D-A901F3E67E1C}" presName="compNode" presStyleCnt="0"/>
      <dgm:spPr/>
    </dgm:pt>
    <dgm:pt modelId="{9443AF6C-4577-4E1A-9742-0BAB47DB0DA7}" type="pres">
      <dgm:prSet presAssocID="{30D7D864-D924-4CC5-A19D-A901F3E67E1C}" presName="bgRect" presStyleLbl="bgShp" presStyleIdx="2" presStyleCnt="3"/>
      <dgm:spPr/>
    </dgm:pt>
    <dgm:pt modelId="{10A1237D-CBCF-4A55-AE92-A0BA582486E3}" type="pres">
      <dgm:prSet presAssocID="{30D7D864-D924-4CC5-A19D-A901F3E67E1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C1ECAD35-8C3E-4D71-AE6C-F9E52F4EE52C}" type="pres">
      <dgm:prSet presAssocID="{30D7D864-D924-4CC5-A19D-A901F3E67E1C}" presName="spaceRect" presStyleCnt="0"/>
      <dgm:spPr/>
    </dgm:pt>
    <dgm:pt modelId="{7C38BFC4-D522-47B0-88BE-DFA4AC1ABDC2}" type="pres">
      <dgm:prSet presAssocID="{30D7D864-D924-4CC5-A19D-A901F3E67E1C}" presName="parTx" presStyleLbl="revTx" presStyleIdx="3" presStyleCnt="5">
        <dgm:presLayoutVars>
          <dgm:chMax val="0"/>
          <dgm:chPref val="0"/>
        </dgm:presLayoutVars>
      </dgm:prSet>
      <dgm:spPr/>
    </dgm:pt>
    <dgm:pt modelId="{68F3153A-FF84-4C95-A8A3-AD02F2324C67}" type="pres">
      <dgm:prSet presAssocID="{30D7D864-D924-4CC5-A19D-A901F3E67E1C}" presName="desTx" presStyleLbl="revTx" presStyleIdx="4" presStyleCnt="5">
        <dgm:presLayoutVars/>
      </dgm:prSet>
      <dgm:spPr/>
    </dgm:pt>
  </dgm:ptLst>
  <dgm:cxnLst>
    <dgm:cxn modelId="{5A595902-6FDF-4397-8CCC-8309196D3D03}" type="presOf" srcId="{A50BA13B-3F8A-4945-87E8-563346FDF7B6}" destId="{68F3153A-FF84-4C95-A8A3-AD02F2324C67}" srcOrd="0" destOrd="0" presId="urn:microsoft.com/office/officeart/2018/2/layout/IconVerticalSolidList"/>
    <dgm:cxn modelId="{9D65AC0F-2393-424F-A6DF-23422FE93156}" srcId="{DB488126-78E3-459D-A7B9-52C9B056458B}" destId="{9EF9A780-F07A-4270-9314-85F84ED42C4F}" srcOrd="1" destOrd="0" parTransId="{FFC6381D-6B4B-4BB3-BDD7-99C7E8F3D3BA}" sibTransId="{75008022-E754-4C30-B880-769FFBEF3FBE}"/>
    <dgm:cxn modelId="{D0DB1432-641F-4830-85E7-110CAB52545A}" type="presOf" srcId="{573452E3-C38A-4389-8040-30A1D2D0CAB8}" destId="{7A1EF556-76B1-4C23-8D6B-F283F36FD48C}" srcOrd="0" destOrd="0" presId="urn:microsoft.com/office/officeart/2018/2/layout/IconVerticalSolidList"/>
    <dgm:cxn modelId="{1B18D864-B64B-4F19-92DA-653306B21DE7}" type="presOf" srcId="{E554E6D0-E1B9-4102-8EA5-8D25386F56EB}" destId="{B7913006-0914-4600-9FEE-518960F62609}" srcOrd="0" destOrd="0" presId="urn:microsoft.com/office/officeart/2018/2/layout/IconVerticalSolidList"/>
    <dgm:cxn modelId="{7000DA4A-5C49-441B-A122-81CC4EB2EEF2}" srcId="{30D7D864-D924-4CC5-A19D-A901F3E67E1C}" destId="{A50BA13B-3F8A-4945-87E8-563346FDF7B6}" srcOrd="0" destOrd="0" parTransId="{581EE0F1-820C-495A-9333-79B0F5C64D2C}" sibTransId="{0BD93E41-8072-42E6-8893-EF391366CBEA}"/>
    <dgm:cxn modelId="{6F6D046B-089C-4F01-9365-6BB3ADB51329}" srcId="{E554E6D0-E1B9-4102-8EA5-8D25386F56EB}" destId="{573452E3-C38A-4389-8040-30A1D2D0CAB8}" srcOrd="0" destOrd="0" parTransId="{B8ADE89B-89E6-4179-92BD-3BAAD4267CD7}" sibTransId="{317C26C2-CA89-4C10-9860-AEFCDC8A763D}"/>
    <dgm:cxn modelId="{3A83594C-A529-497C-AA29-8633D4105515}" type="presOf" srcId="{9EF9A780-F07A-4270-9314-85F84ED42C4F}" destId="{CF9E82F3-AEDB-4D63-B570-C930F652CC34}" srcOrd="0" destOrd="0" presId="urn:microsoft.com/office/officeart/2018/2/layout/IconVerticalSolidList"/>
    <dgm:cxn modelId="{A9E2EB84-B767-4C1E-84F2-5621CD071FF9}" srcId="{DB488126-78E3-459D-A7B9-52C9B056458B}" destId="{E554E6D0-E1B9-4102-8EA5-8D25386F56EB}" srcOrd="0" destOrd="0" parTransId="{2550A2BE-261C-41EF-924B-4F60309560BA}" sibTransId="{A35C9653-8D94-4D1E-87E9-0DAB1D026D35}"/>
    <dgm:cxn modelId="{488F24A3-237A-477F-8442-C99BAC97F1F9}" type="presOf" srcId="{DB488126-78E3-459D-A7B9-52C9B056458B}" destId="{991510C0-EFDC-429F-AA8B-0301D5C000E1}" srcOrd="0" destOrd="0" presId="urn:microsoft.com/office/officeart/2018/2/layout/IconVerticalSolidList"/>
    <dgm:cxn modelId="{EFCA72E3-788F-4443-8734-ED13290F5C4F}" srcId="{DB488126-78E3-459D-A7B9-52C9B056458B}" destId="{30D7D864-D924-4CC5-A19D-A901F3E67E1C}" srcOrd="2" destOrd="0" parTransId="{99C679EB-3178-47BE-BC2C-E57E3E5D233F}" sibTransId="{06AB354D-E30A-4E11-8953-C7F9A0BD0B5D}"/>
    <dgm:cxn modelId="{E724B5FF-73D8-48BC-ABEC-DA8D0C8CE55A}" type="presOf" srcId="{30D7D864-D924-4CC5-A19D-A901F3E67E1C}" destId="{7C38BFC4-D522-47B0-88BE-DFA4AC1ABDC2}" srcOrd="0" destOrd="0" presId="urn:microsoft.com/office/officeart/2018/2/layout/IconVerticalSolidList"/>
    <dgm:cxn modelId="{25756030-7BBE-4C11-B44D-CED8B1838B36}" type="presParOf" srcId="{991510C0-EFDC-429F-AA8B-0301D5C000E1}" destId="{F5113977-481B-47E3-8CB8-C5382F227CE9}" srcOrd="0" destOrd="0" presId="urn:microsoft.com/office/officeart/2018/2/layout/IconVerticalSolidList"/>
    <dgm:cxn modelId="{43005962-A7F8-40FA-8E50-B6A47EC5EEC7}" type="presParOf" srcId="{F5113977-481B-47E3-8CB8-C5382F227CE9}" destId="{4F97C097-DC1A-4C01-A926-996513B890C5}" srcOrd="0" destOrd="0" presId="urn:microsoft.com/office/officeart/2018/2/layout/IconVerticalSolidList"/>
    <dgm:cxn modelId="{D9329C30-83B2-40F1-9935-7CBB64AAA1F9}" type="presParOf" srcId="{F5113977-481B-47E3-8CB8-C5382F227CE9}" destId="{BE4E25B6-20B4-4F55-A79D-F311E9A4867D}" srcOrd="1" destOrd="0" presId="urn:microsoft.com/office/officeart/2018/2/layout/IconVerticalSolidList"/>
    <dgm:cxn modelId="{30018B85-95B1-4E7B-9ED9-34E6162B7E74}" type="presParOf" srcId="{F5113977-481B-47E3-8CB8-C5382F227CE9}" destId="{70D2357A-D325-4CCD-8D17-9BC130BEAEB5}" srcOrd="2" destOrd="0" presId="urn:microsoft.com/office/officeart/2018/2/layout/IconVerticalSolidList"/>
    <dgm:cxn modelId="{6026276E-7F62-4442-BED6-C356B3193998}" type="presParOf" srcId="{F5113977-481B-47E3-8CB8-C5382F227CE9}" destId="{B7913006-0914-4600-9FEE-518960F62609}" srcOrd="3" destOrd="0" presId="urn:microsoft.com/office/officeart/2018/2/layout/IconVerticalSolidList"/>
    <dgm:cxn modelId="{EB4B832B-9CC8-4F93-829D-75C9DDCA6AD3}" type="presParOf" srcId="{F5113977-481B-47E3-8CB8-C5382F227CE9}" destId="{7A1EF556-76B1-4C23-8D6B-F283F36FD48C}" srcOrd="4" destOrd="0" presId="urn:microsoft.com/office/officeart/2018/2/layout/IconVerticalSolidList"/>
    <dgm:cxn modelId="{2FD0C8E1-53AF-48F4-A486-A6BE2BF51424}" type="presParOf" srcId="{991510C0-EFDC-429F-AA8B-0301D5C000E1}" destId="{134EDD70-9742-4433-AB0F-6DC4FA7FD926}" srcOrd="1" destOrd="0" presId="urn:microsoft.com/office/officeart/2018/2/layout/IconVerticalSolidList"/>
    <dgm:cxn modelId="{AC5B981A-3BE2-4695-A30D-3AED1755558B}" type="presParOf" srcId="{991510C0-EFDC-429F-AA8B-0301D5C000E1}" destId="{83A8A049-C0DF-4F4E-9D9A-770C0CD637F5}" srcOrd="2" destOrd="0" presId="urn:microsoft.com/office/officeart/2018/2/layout/IconVerticalSolidList"/>
    <dgm:cxn modelId="{3901481F-5622-41A7-A19B-D98ABCA747B0}" type="presParOf" srcId="{83A8A049-C0DF-4F4E-9D9A-770C0CD637F5}" destId="{CF4C2049-15BC-48A4-A7EF-70996CC15DCC}" srcOrd="0" destOrd="0" presId="urn:microsoft.com/office/officeart/2018/2/layout/IconVerticalSolidList"/>
    <dgm:cxn modelId="{0C8A822F-C4A9-49B5-BDC1-1AEA5F600220}" type="presParOf" srcId="{83A8A049-C0DF-4F4E-9D9A-770C0CD637F5}" destId="{6E614C2F-0EE9-40B8-8413-B3B66FAA786F}" srcOrd="1" destOrd="0" presId="urn:microsoft.com/office/officeart/2018/2/layout/IconVerticalSolidList"/>
    <dgm:cxn modelId="{CDBDA947-881A-4D83-A5A1-E0AAA757B637}" type="presParOf" srcId="{83A8A049-C0DF-4F4E-9D9A-770C0CD637F5}" destId="{8D541A7D-58F5-46D1-95E9-0EB95878F881}" srcOrd="2" destOrd="0" presId="urn:microsoft.com/office/officeart/2018/2/layout/IconVerticalSolidList"/>
    <dgm:cxn modelId="{C56B9B0C-3F72-4867-A584-FF94D12087ED}" type="presParOf" srcId="{83A8A049-C0DF-4F4E-9D9A-770C0CD637F5}" destId="{CF9E82F3-AEDB-4D63-B570-C930F652CC34}" srcOrd="3" destOrd="0" presId="urn:microsoft.com/office/officeart/2018/2/layout/IconVerticalSolidList"/>
    <dgm:cxn modelId="{9CE3E441-2E47-438D-A3F7-A3293022B3B4}" type="presParOf" srcId="{991510C0-EFDC-429F-AA8B-0301D5C000E1}" destId="{F5B3A179-0305-4AFC-B8BC-4E9B96BC29C9}" srcOrd="3" destOrd="0" presId="urn:microsoft.com/office/officeart/2018/2/layout/IconVerticalSolidList"/>
    <dgm:cxn modelId="{DD9B4BE5-7A1F-48AF-B10E-6EE96B31B824}" type="presParOf" srcId="{991510C0-EFDC-429F-AA8B-0301D5C000E1}" destId="{6E55AAF2-B62D-439F-849C-914B4CDEE13B}" srcOrd="4" destOrd="0" presId="urn:microsoft.com/office/officeart/2018/2/layout/IconVerticalSolidList"/>
    <dgm:cxn modelId="{063A6F59-AAA9-495F-AC2A-64ACF7F03848}" type="presParOf" srcId="{6E55AAF2-B62D-439F-849C-914B4CDEE13B}" destId="{9443AF6C-4577-4E1A-9742-0BAB47DB0DA7}" srcOrd="0" destOrd="0" presId="urn:microsoft.com/office/officeart/2018/2/layout/IconVerticalSolidList"/>
    <dgm:cxn modelId="{516EF1CD-0F69-4550-98AC-D26782F9D29C}" type="presParOf" srcId="{6E55AAF2-B62D-439F-849C-914B4CDEE13B}" destId="{10A1237D-CBCF-4A55-AE92-A0BA582486E3}" srcOrd="1" destOrd="0" presId="urn:microsoft.com/office/officeart/2018/2/layout/IconVerticalSolidList"/>
    <dgm:cxn modelId="{78DC834C-DA78-4E26-AB57-1305DC89FA09}" type="presParOf" srcId="{6E55AAF2-B62D-439F-849C-914B4CDEE13B}" destId="{C1ECAD35-8C3E-4D71-AE6C-F9E52F4EE52C}" srcOrd="2" destOrd="0" presId="urn:microsoft.com/office/officeart/2018/2/layout/IconVerticalSolidList"/>
    <dgm:cxn modelId="{2F22862C-181D-4E18-B581-EC7F95E78C94}" type="presParOf" srcId="{6E55AAF2-B62D-439F-849C-914B4CDEE13B}" destId="{7C38BFC4-D522-47B0-88BE-DFA4AC1ABDC2}" srcOrd="3" destOrd="0" presId="urn:microsoft.com/office/officeart/2018/2/layout/IconVerticalSolidList"/>
    <dgm:cxn modelId="{F859BEE6-6885-406C-9FB1-F72AA7B278CF}" type="presParOf" srcId="{6E55AAF2-B62D-439F-849C-914B4CDEE13B}" destId="{68F3153A-FF84-4C95-A8A3-AD02F2324C67}"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80CD2D1-5D52-4F4C-A64F-E8E79CB3498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8394D9A-098F-45BC-A163-A2A299F864AC}">
      <dgm:prSet/>
      <dgm:spPr/>
      <dgm:t>
        <a:bodyPr/>
        <a:lstStyle/>
        <a:p>
          <a:r>
            <a:rPr lang="en-US"/>
            <a:t>An advanced version of DBSCAN that builds a hierarchy of clusters and extracts the most stable ones.</a:t>
          </a:r>
        </a:p>
      </dgm:t>
    </dgm:pt>
    <dgm:pt modelId="{BC5B0BAD-63FE-4C00-951D-CBFD1F22CFA3}" type="parTrans" cxnId="{34C7A7F0-8D8B-4B9A-8614-CCCB2ECD2BDA}">
      <dgm:prSet/>
      <dgm:spPr/>
      <dgm:t>
        <a:bodyPr/>
        <a:lstStyle/>
        <a:p>
          <a:endParaRPr lang="en-US"/>
        </a:p>
      </dgm:t>
    </dgm:pt>
    <dgm:pt modelId="{289BB02C-62DC-478C-B2ED-56E0B43209F7}" type="sibTrans" cxnId="{34C7A7F0-8D8B-4B9A-8614-CCCB2ECD2BDA}">
      <dgm:prSet/>
      <dgm:spPr/>
      <dgm:t>
        <a:bodyPr/>
        <a:lstStyle/>
        <a:p>
          <a:endParaRPr lang="en-US"/>
        </a:p>
      </dgm:t>
    </dgm:pt>
    <dgm:pt modelId="{357C6307-ADA7-4F54-B396-1E8AEFC5635B}">
      <dgm:prSet/>
      <dgm:spPr/>
      <dgm:t>
        <a:bodyPr/>
        <a:lstStyle/>
        <a:p>
          <a:r>
            <a:rPr lang="en-US"/>
            <a:t>Advantages / Limitations:</a:t>
          </a:r>
          <a:br>
            <a:rPr lang="en-US"/>
          </a:br>
          <a:r>
            <a:rPr lang="en-US"/>
            <a:t>✅ Handles variable density</a:t>
          </a:r>
          <a:br>
            <a:rPr lang="en-US"/>
          </a:br>
          <a:r>
            <a:rPr lang="en-US"/>
            <a:t>❌ More complex to tune</a:t>
          </a:r>
        </a:p>
      </dgm:t>
    </dgm:pt>
    <dgm:pt modelId="{2E9CC511-63E7-4392-8415-DD285DEE87F9}" type="parTrans" cxnId="{AD9A6047-9EE3-4409-89E9-D6B992160847}">
      <dgm:prSet/>
      <dgm:spPr/>
      <dgm:t>
        <a:bodyPr/>
        <a:lstStyle/>
        <a:p>
          <a:endParaRPr lang="en-US"/>
        </a:p>
      </dgm:t>
    </dgm:pt>
    <dgm:pt modelId="{7FFAFD97-6389-4A6A-88B9-DC9E58F408F9}" type="sibTrans" cxnId="{AD9A6047-9EE3-4409-89E9-D6B992160847}">
      <dgm:prSet/>
      <dgm:spPr/>
      <dgm:t>
        <a:bodyPr/>
        <a:lstStyle/>
        <a:p>
          <a:endParaRPr lang="en-US"/>
        </a:p>
      </dgm:t>
    </dgm:pt>
    <dgm:pt modelId="{D74877F1-5912-4047-BA02-4FD36E701EF4}">
      <dgm:prSet/>
      <dgm:spPr/>
      <dgm:t>
        <a:bodyPr/>
        <a:lstStyle/>
        <a:p>
          <a:r>
            <a:rPr lang="en-US"/>
            <a:t>Common Use Cases: Customer behavior analysis, anomaly detection</a:t>
          </a:r>
        </a:p>
      </dgm:t>
    </dgm:pt>
    <dgm:pt modelId="{D550C6BA-CE13-4D25-90C4-473F572A84A0}" type="parTrans" cxnId="{58B01CE2-9A12-431B-9BF1-36504D06EE43}">
      <dgm:prSet/>
      <dgm:spPr/>
      <dgm:t>
        <a:bodyPr/>
        <a:lstStyle/>
        <a:p>
          <a:endParaRPr lang="en-US"/>
        </a:p>
      </dgm:t>
    </dgm:pt>
    <dgm:pt modelId="{178FC545-7309-4228-B94B-CC218955EB5A}" type="sibTrans" cxnId="{58B01CE2-9A12-431B-9BF1-36504D06EE43}">
      <dgm:prSet/>
      <dgm:spPr/>
      <dgm:t>
        <a:bodyPr/>
        <a:lstStyle/>
        <a:p>
          <a:endParaRPr lang="en-US"/>
        </a:p>
      </dgm:t>
    </dgm:pt>
    <dgm:pt modelId="{54B4751D-94FC-416B-B33B-C1E9244F4601}">
      <dgm:prSet/>
      <dgm:spPr/>
      <dgm:t>
        <a:bodyPr/>
        <a:lstStyle/>
        <a:p>
          <a:r>
            <a:rPr lang="en-US"/>
            <a:t>Example Python snippet:</a:t>
          </a:r>
        </a:p>
      </dgm:t>
    </dgm:pt>
    <dgm:pt modelId="{FAE34DEC-ACC4-4AE3-9E49-22E03D6DB8CF}" type="parTrans" cxnId="{59C66859-E360-4708-9774-E44C5FC131F7}">
      <dgm:prSet/>
      <dgm:spPr/>
      <dgm:t>
        <a:bodyPr/>
        <a:lstStyle/>
        <a:p>
          <a:endParaRPr lang="en-US"/>
        </a:p>
      </dgm:t>
    </dgm:pt>
    <dgm:pt modelId="{BC5FACFB-58FD-4ED1-9813-09E7594573D5}" type="sibTrans" cxnId="{59C66859-E360-4708-9774-E44C5FC131F7}">
      <dgm:prSet/>
      <dgm:spPr/>
      <dgm:t>
        <a:bodyPr/>
        <a:lstStyle/>
        <a:p>
          <a:endParaRPr lang="en-US"/>
        </a:p>
      </dgm:t>
    </dgm:pt>
    <dgm:pt modelId="{D6CA9B7A-46A0-45A2-B41B-2246D805302E}">
      <dgm:prSet/>
      <dgm:spPr/>
      <dgm:t>
        <a:bodyPr/>
        <a:lstStyle/>
        <a:p>
          <a:r>
            <a:rPr lang="en-US"/>
            <a:t>from sklearn.cluster import HDBSCAN</a:t>
          </a:r>
          <a:br>
            <a:rPr lang="en-US"/>
          </a:br>
          <a:r>
            <a:rPr lang="en-US"/>
            <a:t>model = HDBSCAN()</a:t>
          </a:r>
          <a:br>
            <a:rPr lang="en-US"/>
          </a:br>
          <a:r>
            <a:rPr lang="en-US"/>
            <a:t>model.fit(X)</a:t>
          </a:r>
        </a:p>
      </dgm:t>
    </dgm:pt>
    <dgm:pt modelId="{9EDA7662-1377-4E01-B7F7-C4F069312D06}" type="parTrans" cxnId="{DBD9176B-8B03-45E8-9259-9B3E3CDCDCF2}">
      <dgm:prSet/>
      <dgm:spPr/>
      <dgm:t>
        <a:bodyPr/>
        <a:lstStyle/>
        <a:p>
          <a:endParaRPr lang="en-US"/>
        </a:p>
      </dgm:t>
    </dgm:pt>
    <dgm:pt modelId="{2805770C-41F6-468E-8CF6-90F63EE87A49}" type="sibTrans" cxnId="{DBD9176B-8B03-45E8-9259-9B3E3CDCDCF2}">
      <dgm:prSet/>
      <dgm:spPr/>
      <dgm:t>
        <a:bodyPr/>
        <a:lstStyle/>
        <a:p>
          <a:endParaRPr lang="en-US"/>
        </a:p>
      </dgm:t>
    </dgm:pt>
    <dgm:pt modelId="{8734713B-5AD0-4D5C-B713-8EAFBBEDDC60}" type="pres">
      <dgm:prSet presAssocID="{780CD2D1-5D52-4F4C-A64F-E8E79CB34985}" presName="root" presStyleCnt="0">
        <dgm:presLayoutVars>
          <dgm:dir/>
          <dgm:resizeHandles val="exact"/>
        </dgm:presLayoutVars>
      </dgm:prSet>
      <dgm:spPr/>
    </dgm:pt>
    <dgm:pt modelId="{B9127FE5-3F3D-42BB-A83D-827EB711215E}" type="pres">
      <dgm:prSet presAssocID="{D8394D9A-098F-45BC-A163-A2A299F864AC}" presName="compNode" presStyleCnt="0"/>
      <dgm:spPr/>
    </dgm:pt>
    <dgm:pt modelId="{9327318B-1F9B-4876-A688-89195007B4CF}" type="pres">
      <dgm:prSet presAssocID="{D8394D9A-098F-45BC-A163-A2A299F864AC}" presName="bgRect" presStyleLbl="bgShp" presStyleIdx="0" presStyleCnt="3"/>
      <dgm:spPr/>
    </dgm:pt>
    <dgm:pt modelId="{F905B10A-D76C-4F56-A6D1-9EB336620EBF}" type="pres">
      <dgm:prSet presAssocID="{D8394D9A-098F-45BC-A163-A2A299F864A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7A390F7B-8EE7-4D59-AF5C-C60DFDD70524}" type="pres">
      <dgm:prSet presAssocID="{D8394D9A-098F-45BC-A163-A2A299F864AC}" presName="spaceRect" presStyleCnt="0"/>
      <dgm:spPr/>
    </dgm:pt>
    <dgm:pt modelId="{1CBC6FF6-2E9D-459F-923F-1C301100ABF8}" type="pres">
      <dgm:prSet presAssocID="{D8394D9A-098F-45BC-A163-A2A299F864AC}" presName="parTx" presStyleLbl="revTx" presStyleIdx="0" presStyleCnt="5">
        <dgm:presLayoutVars>
          <dgm:chMax val="0"/>
          <dgm:chPref val="0"/>
        </dgm:presLayoutVars>
      </dgm:prSet>
      <dgm:spPr/>
    </dgm:pt>
    <dgm:pt modelId="{0202A4EC-2A62-4F51-92F6-BBCD8C155E8F}" type="pres">
      <dgm:prSet presAssocID="{D8394D9A-098F-45BC-A163-A2A299F864AC}" presName="desTx" presStyleLbl="revTx" presStyleIdx="1" presStyleCnt="5">
        <dgm:presLayoutVars/>
      </dgm:prSet>
      <dgm:spPr/>
    </dgm:pt>
    <dgm:pt modelId="{D3BDEE2D-4298-4231-9DF6-13738449EF20}" type="pres">
      <dgm:prSet presAssocID="{289BB02C-62DC-478C-B2ED-56E0B43209F7}" presName="sibTrans" presStyleCnt="0"/>
      <dgm:spPr/>
    </dgm:pt>
    <dgm:pt modelId="{D3814D79-BF01-4EF0-8302-E7584F0010AD}" type="pres">
      <dgm:prSet presAssocID="{D74877F1-5912-4047-BA02-4FD36E701EF4}" presName="compNode" presStyleCnt="0"/>
      <dgm:spPr/>
    </dgm:pt>
    <dgm:pt modelId="{DD248EFF-E80E-447B-B738-3FD49C930647}" type="pres">
      <dgm:prSet presAssocID="{D74877F1-5912-4047-BA02-4FD36E701EF4}" presName="bgRect" presStyleLbl="bgShp" presStyleIdx="1" presStyleCnt="3"/>
      <dgm:spPr/>
    </dgm:pt>
    <dgm:pt modelId="{B654BC62-B468-415B-AD6A-8BB5C4CCE070}" type="pres">
      <dgm:prSet presAssocID="{D74877F1-5912-4047-BA02-4FD36E701EF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3775A5A6-D483-496D-B5F9-C6E0E7FC2A5D}" type="pres">
      <dgm:prSet presAssocID="{D74877F1-5912-4047-BA02-4FD36E701EF4}" presName="spaceRect" presStyleCnt="0"/>
      <dgm:spPr/>
    </dgm:pt>
    <dgm:pt modelId="{E742A5A0-C3FD-4672-ADC1-C4362F12A194}" type="pres">
      <dgm:prSet presAssocID="{D74877F1-5912-4047-BA02-4FD36E701EF4}" presName="parTx" presStyleLbl="revTx" presStyleIdx="2" presStyleCnt="5">
        <dgm:presLayoutVars>
          <dgm:chMax val="0"/>
          <dgm:chPref val="0"/>
        </dgm:presLayoutVars>
      </dgm:prSet>
      <dgm:spPr/>
    </dgm:pt>
    <dgm:pt modelId="{A190A7EB-33CB-49AB-9B96-C182A4018BF8}" type="pres">
      <dgm:prSet presAssocID="{178FC545-7309-4228-B94B-CC218955EB5A}" presName="sibTrans" presStyleCnt="0"/>
      <dgm:spPr/>
    </dgm:pt>
    <dgm:pt modelId="{6AB99DF9-B61C-439D-8050-4EC9283F3D89}" type="pres">
      <dgm:prSet presAssocID="{54B4751D-94FC-416B-B33B-C1E9244F4601}" presName="compNode" presStyleCnt="0"/>
      <dgm:spPr/>
    </dgm:pt>
    <dgm:pt modelId="{433EA84B-9088-4EC2-9479-9EDCEBF542C7}" type="pres">
      <dgm:prSet presAssocID="{54B4751D-94FC-416B-B33B-C1E9244F4601}" presName="bgRect" presStyleLbl="bgShp" presStyleIdx="2" presStyleCnt="3"/>
      <dgm:spPr/>
    </dgm:pt>
    <dgm:pt modelId="{FD74F7AB-E5CE-4626-B3D6-C6BF4504F976}" type="pres">
      <dgm:prSet presAssocID="{54B4751D-94FC-416B-B33B-C1E9244F460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B9A4BB38-29F3-45DE-A362-10AF6CEBBF90}" type="pres">
      <dgm:prSet presAssocID="{54B4751D-94FC-416B-B33B-C1E9244F4601}" presName="spaceRect" presStyleCnt="0"/>
      <dgm:spPr/>
    </dgm:pt>
    <dgm:pt modelId="{20C9FA39-FF82-4A11-A7C4-6EA62A058049}" type="pres">
      <dgm:prSet presAssocID="{54B4751D-94FC-416B-B33B-C1E9244F4601}" presName="parTx" presStyleLbl="revTx" presStyleIdx="3" presStyleCnt="5">
        <dgm:presLayoutVars>
          <dgm:chMax val="0"/>
          <dgm:chPref val="0"/>
        </dgm:presLayoutVars>
      </dgm:prSet>
      <dgm:spPr/>
    </dgm:pt>
    <dgm:pt modelId="{F38EDAD5-CBF1-4715-AF9F-55281464FBE6}" type="pres">
      <dgm:prSet presAssocID="{54B4751D-94FC-416B-B33B-C1E9244F4601}" presName="desTx" presStyleLbl="revTx" presStyleIdx="4" presStyleCnt="5">
        <dgm:presLayoutVars/>
      </dgm:prSet>
      <dgm:spPr/>
    </dgm:pt>
  </dgm:ptLst>
  <dgm:cxnLst>
    <dgm:cxn modelId="{1F75A707-9BD5-4E85-9B93-8EB2E6C357F2}" type="presOf" srcId="{D6CA9B7A-46A0-45A2-B41B-2246D805302E}" destId="{F38EDAD5-CBF1-4715-AF9F-55281464FBE6}" srcOrd="0" destOrd="0" presId="urn:microsoft.com/office/officeart/2018/2/layout/IconVerticalSolidList"/>
    <dgm:cxn modelId="{E06B4A22-CFE9-49BF-98BF-4548F85D9FB6}" type="presOf" srcId="{54B4751D-94FC-416B-B33B-C1E9244F4601}" destId="{20C9FA39-FF82-4A11-A7C4-6EA62A058049}" srcOrd="0" destOrd="0" presId="urn:microsoft.com/office/officeart/2018/2/layout/IconVerticalSolidList"/>
    <dgm:cxn modelId="{4C8D1F25-76BF-46CB-8CE5-66B9F1E1B6B4}" type="presOf" srcId="{357C6307-ADA7-4F54-B396-1E8AEFC5635B}" destId="{0202A4EC-2A62-4F51-92F6-BBCD8C155E8F}" srcOrd="0" destOrd="0" presId="urn:microsoft.com/office/officeart/2018/2/layout/IconVerticalSolidList"/>
    <dgm:cxn modelId="{A7BA182A-4BD0-4953-BCA9-E0CB13FD76F6}" type="presOf" srcId="{D74877F1-5912-4047-BA02-4FD36E701EF4}" destId="{E742A5A0-C3FD-4672-ADC1-C4362F12A194}" srcOrd="0" destOrd="0" presId="urn:microsoft.com/office/officeart/2018/2/layout/IconVerticalSolidList"/>
    <dgm:cxn modelId="{FBBECE30-479C-4809-B5C8-DDB11F0B0F4D}" type="presOf" srcId="{780CD2D1-5D52-4F4C-A64F-E8E79CB34985}" destId="{8734713B-5AD0-4D5C-B713-8EAFBBEDDC60}" srcOrd="0" destOrd="0" presId="urn:microsoft.com/office/officeart/2018/2/layout/IconVerticalSolidList"/>
    <dgm:cxn modelId="{AD9A6047-9EE3-4409-89E9-D6B992160847}" srcId="{D8394D9A-098F-45BC-A163-A2A299F864AC}" destId="{357C6307-ADA7-4F54-B396-1E8AEFC5635B}" srcOrd="0" destOrd="0" parTransId="{2E9CC511-63E7-4392-8415-DD285DEE87F9}" sibTransId="{7FFAFD97-6389-4A6A-88B9-DC9E58F408F9}"/>
    <dgm:cxn modelId="{DBD9176B-8B03-45E8-9259-9B3E3CDCDCF2}" srcId="{54B4751D-94FC-416B-B33B-C1E9244F4601}" destId="{D6CA9B7A-46A0-45A2-B41B-2246D805302E}" srcOrd="0" destOrd="0" parTransId="{9EDA7662-1377-4E01-B7F7-C4F069312D06}" sibTransId="{2805770C-41F6-468E-8CF6-90F63EE87A49}"/>
    <dgm:cxn modelId="{59C66859-E360-4708-9774-E44C5FC131F7}" srcId="{780CD2D1-5D52-4F4C-A64F-E8E79CB34985}" destId="{54B4751D-94FC-416B-B33B-C1E9244F4601}" srcOrd="2" destOrd="0" parTransId="{FAE34DEC-ACC4-4AE3-9E49-22E03D6DB8CF}" sibTransId="{BC5FACFB-58FD-4ED1-9813-09E7594573D5}"/>
    <dgm:cxn modelId="{58B01CE2-9A12-431B-9BF1-36504D06EE43}" srcId="{780CD2D1-5D52-4F4C-A64F-E8E79CB34985}" destId="{D74877F1-5912-4047-BA02-4FD36E701EF4}" srcOrd="1" destOrd="0" parTransId="{D550C6BA-CE13-4D25-90C4-473F572A84A0}" sibTransId="{178FC545-7309-4228-B94B-CC218955EB5A}"/>
    <dgm:cxn modelId="{34C7A7F0-8D8B-4B9A-8614-CCCB2ECD2BDA}" srcId="{780CD2D1-5D52-4F4C-A64F-E8E79CB34985}" destId="{D8394D9A-098F-45BC-A163-A2A299F864AC}" srcOrd="0" destOrd="0" parTransId="{BC5B0BAD-63FE-4C00-951D-CBFD1F22CFA3}" sibTransId="{289BB02C-62DC-478C-B2ED-56E0B43209F7}"/>
    <dgm:cxn modelId="{D1B7F3FF-4356-4129-8517-D5A558EC17E8}" type="presOf" srcId="{D8394D9A-098F-45BC-A163-A2A299F864AC}" destId="{1CBC6FF6-2E9D-459F-923F-1C301100ABF8}" srcOrd="0" destOrd="0" presId="urn:microsoft.com/office/officeart/2018/2/layout/IconVerticalSolidList"/>
    <dgm:cxn modelId="{CEB03E9C-55B1-41D3-8F2F-752F990AFD01}" type="presParOf" srcId="{8734713B-5AD0-4D5C-B713-8EAFBBEDDC60}" destId="{B9127FE5-3F3D-42BB-A83D-827EB711215E}" srcOrd="0" destOrd="0" presId="urn:microsoft.com/office/officeart/2018/2/layout/IconVerticalSolidList"/>
    <dgm:cxn modelId="{D06C2ACE-F3DA-4B6E-861A-CCEF15344369}" type="presParOf" srcId="{B9127FE5-3F3D-42BB-A83D-827EB711215E}" destId="{9327318B-1F9B-4876-A688-89195007B4CF}" srcOrd="0" destOrd="0" presId="urn:microsoft.com/office/officeart/2018/2/layout/IconVerticalSolidList"/>
    <dgm:cxn modelId="{A426D26F-CFFE-47DE-BC77-F6CE4A7F980C}" type="presParOf" srcId="{B9127FE5-3F3D-42BB-A83D-827EB711215E}" destId="{F905B10A-D76C-4F56-A6D1-9EB336620EBF}" srcOrd="1" destOrd="0" presId="urn:microsoft.com/office/officeart/2018/2/layout/IconVerticalSolidList"/>
    <dgm:cxn modelId="{309E123F-299A-4A00-8662-E2B873C3B8EB}" type="presParOf" srcId="{B9127FE5-3F3D-42BB-A83D-827EB711215E}" destId="{7A390F7B-8EE7-4D59-AF5C-C60DFDD70524}" srcOrd="2" destOrd="0" presId="urn:microsoft.com/office/officeart/2018/2/layout/IconVerticalSolidList"/>
    <dgm:cxn modelId="{443A2DBD-29F7-470A-A9B1-07A22FE3745C}" type="presParOf" srcId="{B9127FE5-3F3D-42BB-A83D-827EB711215E}" destId="{1CBC6FF6-2E9D-459F-923F-1C301100ABF8}" srcOrd="3" destOrd="0" presId="urn:microsoft.com/office/officeart/2018/2/layout/IconVerticalSolidList"/>
    <dgm:cxn modelId="{2D672B9B-989F-4419-B6C4-CC7CEDED48BB}" type="presParOf" srcId="{B9127FE5-3F3D-42BB-A83D-827EB711215E}" destId="{0202A4EC-2A62-4F51-92F6-BBCD8C155E8F}" srcOrd="4" destOrd="0" presId="urn:microsoft.com/office/officeart/2018/2/layout/IconVerticalSolidList"/>
    <dgm:cxn modelId="{C5AF39D3-A3DA-4D6D-AF97-0D81DEE9A82A}" type="presParOf" srcId="{8734713B-5AD0-4D5C-B713-8EAFBBEDDC60}" destId="{D3BDEE2D-4298-4231-9DF6-13738449EF20}" srcOrd="1" destOrd="0" presId="urn:microsoft.com/office/officeart/2018/2/layout/IconVerticalSolidList"/>
    <dgm:cxn modelId="{655B14F4-FC0B-4351-A59B-0076A4838822}" type="presParOf" srcId="{8734713B-5AD0-4D5C-B713-8EAFBBEDDC60}" destId="{D3814D79-BF01-4EF0-8302-E7584F0010AD}" srcOrd="2" destOrd="0" presId="urn:microsoft.com/office/officeart/2018/2/layout/IconVerticalSolidList"/>
    <dgm:cxn modelId="{C0A19087-C976-46FB-82A2-464E2251F82D}" type="presParOf" srcId="{D3814D79-BF01-4EF0-8302-E7584F0010AD}" destId="{DD248EFF-E80E-447B-B738-3FD49C930647}" srcOrd="0" destOrd="0" presId="urn:microsoft.com/office/officeart/2018/2/layout/IconVerticalSolidList"/>
    <dgm:cxn modelId="{2B515B13-FEBB-4544-AE10-4A496AC9C9E7}" type="presParOf" srcId="{D3814D79-BF01-4EF0-8302-E7584F0010AD}" destId="{B654BC62-B468-415B-AD6A-8BB5C4CCE070}" srcOrd="1" destOrd="0" presId="urn:microsoft.com/office/officeart/2018/2/layout/IconVerticalSolidList"/>
    <dgm:cxn modelId="{10F3A1A9-C3CE-4F6F-8253-FBF8001C1B5D}" type="presParOf" srcId="{D3814D79-BF01-4EF0-8302-E7584F0010AD}" destId="{3775A5A6-D483-496D-B5F9-C6E0E7FC2A5D}" srcOrd="2" destOrd="0" presId="urn:microsoft.com/office/officeart/2018/2/layout/IconVerticalSolidList"/>
    <dgm:cxn modelId="{31DF4C06-0D94-48CF-ACB2-7D61E303614A}" type="presParOf" srcId="{D3814D79-BF01-4EF0-8302-E7584F0010AD}" destId="{E742A5A0-C3FD-4672-ADC1-C4362F12A194}" srcOrd="3" destOrd="0" presId="urn:microsoft.com/office/officeart/2018/2/layout/IconVerticalSolidList"/>
    <dgm:cxn modelId="{91FF53A2-499B-4A0C-A215-91BDB95BDDF9}" type="presParOf" srcId="{8734713B-5AD0-4D5C-B713-8EAFBBEDDC60}" destId="{A190A7EB-33CB-49AB-9B96-C182A4018BF8}" srcOrd="3" destOrd="0" presId="urn:microsoft.com/office/officeart/2018/2/layout/IconVerticalSolidList"/>
    <dgm:cxn modelId="{B1CBDF03-FEA8-4F10-B7E7-B90C0958D102}" type="presParOf" srcId="{8734713B-5AD0-4D5C-B713-8EAFBBEDDC60}" destId="{6AB99DF9-B61C-439D-8050-4EC9283F3D89}" srcOrd="4" destOrd="0" presId="urn:microsoft.com/office/officeart/2018/2/layout/IconVerticalSolidList"/>
    <dgm:cxn modelId="{489B21EE-86CD-4BE2-AD4B-5006233A4711}" type="presParOf" srcId="{6AB99DF9-B61C-439D-8050-4EC9283F3D89}" destId="{433EA84B-9088-4EC2-9479-9EDCEBF542C7}" srcOrd="0" destOrd="0" presId="urn:microsoft.com/office/officeart/2018/2/layout/IconVerticalSolidList"/>
    <dgm:cxn modelId="{F4B7F15F-C0CC-4B01-A007-9D64823D864F}" type="presParOf" srcId="{6AB99DF9-B61C-439D-8050-4EC9283F3D89}" destId="{FD74F7AB-E5CE-4626-B3D6-C6BF4504F976}" srcOrd="1" destOrd="0" presId="urn:microsoft.com/office/officeart/2018/2/layout/IconVerticalSolidList"/>
    <dgm:cxn modelId="{5C37A17C-09C5-408A-A3F6-3C69C25F88C2}" type="presParOf" srcId="{6AB99DF9-B61C-439D-8050-4EC9283F3D89}" destId="{B9A4BB38-29F3-45DE-A362-10AF6CEBBF90}" srcOrd="2" destOrd="0" presId="urn:microsoft.com/office/officeart/2018/2/layout/IconVerticalSolidList"/>
    <dgm:cxn modelId="{D4C1FAB8-0B3F-48EA-97C2-D32D4FB29496}" type="presParOf" srcId="{6AB99DF9-B61C-439D-8050-4EC9283F3D89}" destId="{20C9FA39-FF82-4A11-A7C4-6EA62A058049}" srcOrd="3" destOrd="0" presId="urn:microsoft.com/office/officeart/2018/2/layout/IconVerticalSolidList"/>
    <dgm:cxn modelId="{581871F0-8115-47D9-9127-51EEB2526C88}" type="presParOf" srcId="{6AB99DF9-B61C-439D-8050-4EC9283F3D89}" destId="{F38EDAD5-CBF1-4715-AF9F-55281464FBE6}"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31F465C-D9FE-49FB-9374-037DD8FB4A7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58365EA-FCE0-4EA2-A502-6E3984CBD75D}">
      <dgm:prSet/>
      <dgm:spPr/>
      <dgm:t>
        <a:bodyPr/>
        <a:lstStyle/>
        <a:p>
          <a:r>
            <a:rPr lang="en-US"/>
            <a:t>Similar to DBSCAN but creates an ordered reachability plot instead of explicit clusters, handling varying densities better.</a:t>
          </a:r>
        </a:p>
      </dgm:t>
    </dgm:pt>
    <dgm:pt modelId="{1AE9DEE4-9EB8-4B3A-A9D2-CAB99178B24B}" type="parTrans" cxnId="{FED549BC-48C4-4A97-B780-F462686062EA}">
      <dgm:prSet/>
      <dgm:spPr/>
      <dgm:t>
        <a:bodyPr/>
        <a:lstStyle/>
        <a:p>
          <a:endParaRPr lang="en-US"/>
        </a:p>
      </dgm:t>
    </dgm:pt>
    <dgm:pt modelId="{7121B9CA-F78C-4BD4-A31A-0848C2E048CC}" type="sibTrans" cxnId="{FED549BC-48C4-4A97-B780-F462686062EA}">
      <dgm:prSet/>
      <dgm:spPr/>
      <dgm:t>
        <a:bodyPr/>
        <a:lstStyle/>
        <a:p>
          <a:endParaRPr lang="en-US"/>
        </a:p>
      </dgm:t>
    </dgm:pt>
    <dgm:pt modelId="{D98B0B26-6307-4A47-A71C-91EA7F1E5785}">
      <dgm:prSet/>
      <dgm:spPr/>
      <dgm:t>
        <a:bodyPr/>
        <a:lstStyle/>
        <a:p>
          <a:r>
            <a:rPr lang="en-US"/>
            <a:t>Advantages / Limitations:</a:t>
          </a:r>
          <a:br>
            <a:rPr lang="en-US"/>
          </a:br>
          <a:r>
            <a:rPr lang="en-US"/>
            <a:t>✅ Handles complex densities</a:t>
          </a:r>
          <a:br>
            <a:rPr lang="en-US"/>
          </a:br>
          <a:r>
            <a:rPr lang="en-US"/>
            <a:t>❌ Harder to interpret</a:t>
          </a:r>
        </a:p>
      </dgm:t>
    </dgm:pt>
    <dgm:pt modelId="{B99285EF-1234-4722-A209-A76C9C29B38A}" type="parTrans" cxnId="{F638855F-B235-453A-B83C-8509A8BA9CCF}">
      <dgm:prSet/>
      <dgm:spPr/>
      <dgm:t>
        <a:bodyPr/>
        <a:lstStyle/>
        <a:p>
          <a:endParaRPr lang="en-US"/>
        </a:p>
      </dgm:t>
    </dgm:pt>
    <dgm:pt modelId="{708CA7F2-1099-4C98-BC82-232937AF1E81}" type="sibTrans" cxnId="{F638855F-B235-453A-B83C-8509A8BA9CCF}">
      <dgm:prSet/>
      <dgm:spPr/>
      <dgm:t>
        <a:bodyPr/>
        <a:lstStyle/>
        <a:p>
          <a:endParaRPr lang="en-US"/>
        </a:p>
      </dgm:t>
    </dgm:pt>
    <dgm:pt modelId="{6C30A213-A27A-4575-B137-90BBF563777D}">
      <dgm:prSet/>
      <dgm:spPr/>
      <dgm:t>
        <a:bodyPr/>
        <a:lstStyle/>
        <a:p>
          <a:r>
            <a:rPr lang="en-US"/>
            <a:t>Common Use Cases: Geospatial analysis, anomaly detection</a:t>
          </a:r>
        </a:p>
      </dgm:t>
    </dgm:pt>
    <dgm:pt modelId="{8BEE47A8-BF13-4607-9D7C-F311533427F6}" type="parTrans" cxnId="{5517A2BC-58C1-490B-ADD3-5429C2661F3C}">
      <dgm:prSet/>
      <dgm:spPr/>
      <dgm:t>
        <a:bodyPr/>
        <a:lstStyle/>
        <a:p>
          <a:endParaRPr lang="en-US"/>
        </a:p>
      </dgm:t>
    </dgm:pt>
    <dgm:pt modelId="{8A5616B0-E0AB-4555-AF74-955CC53E1C5B}" type="sibTrans" cxnId="{5517A2BC-58C1-490B-ADD3-5429C2661F3C}">
      <dgm:prSet/>
      <dgm:spPr/>
      <dgm:t>
        <a:bodyPr/>
        <a:lstStyle/>
        <a:p>
          <a:endParaRPr lang="en-US"/>
        </a:p>
      </dgm:t>
    </dgm:pt>
    <dgm:pt modelId="{87DEAACE-EA3B-45EA-BB25-72650820B262}">
      <dgm:prSet/>
      <dgm:spPr/>
      <dgm:t>
        <a:bodyPr/>
        <a:lstStyle/>
        <a:p>
          <a:r>
            <a:rPr lang="en-US"/>
            <a:t>Example Python snippet:</a:t>
          </a:r>
        </a:p>
      </dgm:t>
    </dgm:pt>
    <dgm:pt modelId="{38C2CE24-5160-4A3D-B423-2EBDFEC2AD97}" type="parTrans" cxnId="{7B0600C3-2873-4883-A288-D5C03B198340}">
      <dgm:prSet/>
      <dgm:spPr/>
      <dgm:t>
        <a:bodyPr/>
        <a:lstStyle/>
        <a:p>
          <a:endParaRPr lang="en-US"/>
        </a:p>
      </dgm:t>
    </dgm:pt>
    <dgm:pt modelId="{BCCE2CAF-9A84-4B12-8BEB-FADC09C2A5CC}" type="sibTrans" cxnId="{7B0600C3-2873-4883-A288-D5C03B198340}">
      <dgm:prSet/>
      <dgm:spPr/>
      <dgm:t>
        <a:bodyPr/>
        <a:lstStyle/>
        <a:p>
          <a:endParaRPr lang="en-US"/>
        </a:p>
      </dgm:t>
    </dgm:pt>
    <dgm:pt modelId="{7747E843-8CB5-4082-8CCA-FA3D34234253}">
      <dgm:prSet/>
      <dgm:spPr/>
      <dgm:t>
        <a:bodyPr/>
        <a:lstStyle/>
        <a:p>
          <a:r>
            <a:rPr lang="en-US"/>
            <a:t>from sklearn.cluster import OPTICS</a:t>
          </a:r>
          <a:br>
            <a:rPr lang="en-US"/>
          </a:br>
          <a:r>
            <a:rPr lang="en-US"/>
            <a:t>model = OPTICS()</a:t>
          </a:r>
          <a:br>
            <a:rPr lang="en-US"/>
          </a:br>
          <a:r>
            <a:rPr lang="en-US"/>
            <a:t>model.fit(X)</a:t>
          </a:r>
        </a:p>
      </dgm:t>
    </dgm:pt>
    <dgm:pt modelId="{39501C77-A99A-473C-AD8E-5FF609FA4D26}" type="parTrans" cxnId="{73F241D2-E654-4002-921A-4BEDC7D47577}">
      <dgm:prSet/>
      <dgm:spPr/>
      <dgm:t>
        <a:bodyPr/>
        <a:lstStyle/>
        <a:p>
          <a:endParaRPr lang="en-US"/>
        </a:p>
      </dgm:t>
    </dgm:pt>
    <dgm:pt modelId="{EE603066-1CC6-46D5-A737-07A670AED689}" type="sibTrans" cxnId="{73F241D2-E654-4002-921A-4BEDC7D47577}">
      <dgm:prSet/>
      <dgm:spPr/>
      <dgm:t>
        <a:bodyPr/>
        <a:lstStyle/>
        <a:p>
          <a:endParaRPr lang="en-US"/>
        </a:p>
      </dgm:t>
    </dgm:pt>
    <dgm:pt modelId="{7EC706C0-DE80-4439-BD86-5133EC1BCB30}" type="pres">
      <dgm:prSet presAssocID="{C31F465C-D9FE-49FB-9374-037DD8FB4A74}" presName="root" presStyleCnt="0">
        <dgm:presLayoutVars>
          <dgm:dir/>
          <dgm:resizeHandles val="exact"/>
        </dgm:presLayoutVars>
      </dgm:prSet>
      <dgm:spPr/>
    </dgm:pt>
    <dgm:pt modelId="{E590EC22-8FC6-4985-A5D0-15319AA2CCED}" type="pres">
      <dgm:prSet presAssocID="{F58365EA-FCE0-4EA2-A502-6E3984CBD75D}" presName="compNode" presStyleCnt="0"/>
      <dgm:spPr/>
    </dgm:pt>
    <dgm:pt modelId="{672AD45F-F4E4-4089-936C-6772C169A25F}" type="pres">
      <dgm:prSet presAssocID="{F58365EA-FCE0-4EA2-A502-6E3984CBD75D}" presName="bgRect" presStyleLbl="bgShp" presStyleIdx="0" presStyleCnt="3"/>
      <dgm:spPr/>
    </dgm:pt>
    <dgm:pt modelId="{7C0C28A2-4B1A-48A1-9CF6-105659F7072E}" type="pres">
      <dgm:prSet presAssocID="{F58365EA-FCE0-4EA2-A502-6E3984CBD75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010E8F17-1819-45B8-AF04-11CDBA6A1109}" type="pres">
      <dgm:prSet presAssocID="{F58365EA-FCE0-4EA2-A502-6E3984CBD75D}" presName="spaceRect" presStyleCnt="0"/>
      <dgm:spPr/>
    </dgm:pt>
    <dgm:pt modelId="{0C56AD5B-EE93-4528-A9D5-DBC7E36F1CEA}" type="pres">
      <dgm:prSet presAssocID="{F58365EA-FCE0-4EA2-A502-6E3984CBD75D}" presName="parTx" presStyleLbl="revTx" presStyleIdx="0" presStyleCnt="5">
        <dgm:presLayoutVars>
          <dgm:chMax val="0"/>
          <dgm:chPref val="0"/>
        </dgm:presLayoutVars>
      </dgm:prSet>
      <dgm:spPr/>
    </dgm:pt>
    <dgm:pt modelId="{822F33D8-20D2-406C-9CF2-00F7F0D8FBE7}" type="pres">
      <dgm:prSet presAssocID="{F58365EA-FCE0-4EA2-A502-6E3984CBD75D}" presName="desTx" presStyleLbl="revTx" presStyleIdx="1" presStyleCnt="5">
        <dgm:presLayoutVars/>
      </dgm:prSet>
      <dgm:spPr/>
    </dgm:pt>
    <dgm:pt modelId="{60DBF3F7-E026-45D3-A179-2F6431090A41}" type="pres">
      <dgm:prSet presAssocID="{7121B9CA-F78C-4BD4-A31A-0848C2E048CC}" presName="sibTrans" presStyleCnt="0"/>
      <dgm:spPr/>
    </dgm:pt>
    <dgm:pt modelId="{D3DDF3F0-FC4E-403F-9B15-9CA553D7195E}" type="pres">
      <dgm:prSet presAssocID="{6C30A213-A27A-4575-B137-90BBF563777D}" presName="compNode" presStyleCnt="0"/>
      <dgm:spPr/>
    </dgm:pt>
    <dgm:pt modelId="{EAED8792-FBF0-4DA6-AC2C-322C1FD8CD01}" type="pres">
      <dgm:prSet presAssocID="{6C30A213-A27A-4575-B137-90BBF563777D}" presName="bgRect" presStyleLbl="bgShp" presStyleIdx="1" presStyleCnt="3"/>
      <dgm:spPr/>
    </dgm:pt>
    <dgm:pt modelId="{766D93BE-E1FA-4684-87BD-18233D0B0A37}" type="pres">
      <dgm:prSet presAssocID="{6C30A213-A27A-4575-B137-90BBF563777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tellite"/>
        </a:ext>
      </dgm:extLst>
    </dgm:pt>
    <dgm:pt modelId="{EE241EBA-F1B2-43FE-B805-5D1C59B4C943}" type="pres">
      <dgm:prSet presAssocID="{6C30A213-A27A-4575-B137-90BBF563777D}" presName="spaceRect" presStyleCnt="0"/>
      <dgm:spPr/>
    </dgm:pt>
    <dgm:pt modelId="{006DF5CF-01DD-4962-A24B-7C7B0B2B9283}" type="pres">
      <dgm:prSet presAssocID="{6C30A213-A27A-4575-B137-90BBF563777D}" presName="parTx" presStyleLbl="revTx" presStyleIdx="2" presStyleCnt="5">
        <dgm:presLayoutVars>
          <dgm:chMax val="0"/>
          <dgm:chPref val="0"/>
        </dgm:presLayoutVars>
      </dgm:prSet>
      <dgm:spPr/>
    </dgm:pt>
    <dgm:pt modelId="{9700CEE3-86C5-4ADB-8E13-F72B303F3163}" type="pres">
      <dgm:prSet presAssocID="{8A5616B0-E0AB-4555-AF74-955CC53E1C5B}" presName="sibTrans" presStyleCnt="0"/>
      <dgm:spPr/>
    </dgm:pt>
    <dgm:pt modelId="{EF78FD49-2F0C-499B-866D-45253B262B06}" type="pres">
      <dgm:prSet presAssocID="{87DEAACE-EA3B-45EA-BB25-72650820B262}" presName="compNode" presStyleCnt="0"/>
      <dgm:spPr/>
    </dgm:pt>
    <dgm:pt modelId="{B30A3CF0-9967-4F92-A745-38D066C19022}" type="pres">
      <dgm:prSet presAssocID="{87DEAACE-EA3B-45EA-BB25-72650820B262}" presName="bgRect" presStyleLbl="bgShp" presStyleIdx="2" presStyleCnt="3"/>
      <dgm:spPr/>
    </dgm:pt>
    <dgm:pt modelId="{68AE6D66-53C0-49F0-BAA3-5F564984E32C}" type="pres">
      <dgm:prSet presAssocID="{87DEAACE-EA3B-45EA-BB25-72650820B26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BBCF35D1-4DCF-4475-8D1F-F79589789F50}" type="pres">
      <dgm:prSet presAssocID="{87DEAACE-EA3B-45EA-BB25-72650820B262}" presName="spaceRect" presStyleCnt="0"/>
      <dgm:spPr/>
    </dgm:pt>
    <dgm:pt modelId="{B9D9D770-283E-4731-9F99-FF61C9E0AEB3}" type="pres">
      <dgm:prSet presAssocID="{87DEAACE-EA3B-45EA-BB25-72650820B262}" presName="parTx" presStyleLbl="revTx" presStyleIdx="3" presStyleCnt="5">
        <dgm:presLayoutVars>
          <dgm:chMax val="0"/>
          <dgm:chPref val="0"/>
        </dgm:presLayoutVars>
      </dgm:prSet>
      <dgm:spPr/>
    </dgm:pt>
    <dgm:pt modelId="{868CFD9E-5C7D-478F-892F-28F8EDA8DBD0}" type="pres">
      <dgm:prSet presAssocID="{87DEAACE-EA3B-45EA-BB25-72650820B262}" presName="desTx" presStyleLbl="revTx" presStyleIdx="4" presStyleCnt="5">
        <dgm:presLayoutVars/>
      </dgm:prSet>
      <dgm:spPr/>
    </dgm:pt>
  </dgm:ptLst>
  <dgm:cxnLst>
    <dgm:cxn modelId="{26FDF424-E40F-44F0-94AB-B09593E2AB6F}" type="presOf" srcId="{C31F465C-D9FE-49FB-9374-037DD8FB4A74}" destId="{7EC706C0-DE80-4439-BD86-5133EC1BCB30}" srcOrd="0" destOrd="0" presId="urn:microsoft.com/office/officeart/2018/2/layout/IconVerticalSolidList"/>
    <dgm:cxn modelId="{F638855F-B235-453A-B83C-8509A8BA9CCF}" srcId="{F58365EA-FCE0-4EA2-A502-6E3984CBD75D}" destId="{D98B0B26-6307-4A47-A71C-91EA7F1E5785}" srcOrd="0" destOrd="0" parTransId="{B99285EF-1234-4722-A209-A76C9C29B38A}" sibTransId="{708CA7F2-1099-4C98-BC82-232937AF1E81}"/>
    <dgm:cxn modelId="{C1CAC174-CE1C-4258-A256-3E1CE6BA5974}" type="presOf" srcId="{7747E843-8CB5-4082-8CCA-FA3D34234253}" destId="{868CFD9E-5C7D-478F-892F-28F8EDA8DBD0}" srcOrd="0" destOrd="0" presId="urn:microsoft.com/office/officeart/2018/2/layout/IconVerticalSolidList"/>
    <dgm:cxn modelId="{8C7A6C56-FD2D-4FAE-AC9E-DCD5C335D65F}" type="presOf" srcId="{F58365EA-FCE0-4EA2-A502-6E3984CBD75D}" destId="{0C56AD5B-EE93-4528-A9D5-DBC7E36F1CEA}" srcOrd="0" destOrd="0" presId="urn:microsoft.com/office/officeart/2018/2/layout/IconVerticalSolidList"/>
    <dgm:cxn modelId="{4DEBBE91-3031-41B7-BBAA-25B877C1852B}" type="presOf" srcId="{87DEAACE-EA3B-45EA-BB25-72650820B262}" destId="{B9D9D770-283E-4731-9F99-FF61C9E0AEB3}" srcOrd="0" destOrd="0" presId="urn:microsoft.com/office/officeart/2018/2/layout/IconVerticalSolidList"/>
    <dgm:cxn modelId="{BBD55096-5F01-442A-81EE-E8825E19FB57}" type="presOf" srcId="{6C30A213-A27A-4575-B137-90BBF563777D}" destId="{006DF5CF-01DD-4962-A24B-7C7B0B2B9283}" srcOrd="0" destOrd="0" presId="urn:microsoft.com/office/officeart/2018/2/layout/IconVerticalSolidList"/>
    <dgm:cxn modelId="{C0FA13B3-4BAD-4367-90E7-7DA7FF8A69F8}" type="presOf" srcId="{D98B0B26-6307-4A47-A71C-91EA7F1E5785}" destId="{822F33D8-20D2-406C-9CF2-00F7F0D8FBE7}" srcOrd="0" destOrd="0" presId="urn:microsoft.com/office/officeart/2018/2/layout/IconVerticalSolidList"/>
    <dgm:cxn modelId="{FED549BC-48C4-4A97-B780-F462686062EA}" srcId="{C31F465C-D9FE-49FB-9374-037DD8FB4A74}" destId="{F58365EA-FCE0-4EA2-A502-6E3984CBD75D}" srcOrd="0" destOrd="0" parTransId="{1AE9DEE4-9EB8-4B3A-A9D2-CAB99178B24B}" sibTransId="{7121B9CA-F78C-4BD4-A31A-0848C2E048CC}"/>
    <dgm:cxn modelId="{5517A2BC-58C1-490B-ADD3-5429C2661F3C}" srcId="{C31F465C-D9FE-49FB-9374-037DD8FB4A74}" destId="{6C30A213-A27A-4575-B137-90BBF563777D}" srcOrd="1" destOrd="0" parTransId="{8BEE47A8-BF13-4607-9D7C-F311533427F6}" sibTransId="{8A5616B0-E0AB-4555-AF74-955CC53E1C5B}"/>
    <dgm:cxn modelId="{7B0600C3-2873-4883-A288-D5C03B198340}" srcId="{C31F465C-D9FE-49FB-9374-037DD8FB4A74}" destId="{87DEAACE-EA3B-45EA-BB25-72650820B262}" srcOrd="2" destOrd="0" parTransId="{38C2CE24-5160-4A3D-B423-2EBDFEC2AD97}" sibTransId="{BCCE2CAF-9A84-4B12-8BEB-FADC09C2A5CC}"/>
    <dgm:cxn modelId="{73F241D2-E654-4002-921A-4BEDC7D47577}" srcId="{87DEAACE-EA3B-45EA-BB25-72650820B262}" destId="{7747E843-8CB5-4082-8CCA-FA3D34234253}" srcOrd="0" destOrd="0" parTransId="{39501C77-A99A-473C-AD8E-5FF609FA4D26}" sibTransId="{EE603066-1CC6-46D5-A737-07A670AED689}"/>
    <dgm:cxn modelId="{AB9F4C42-7567-4D16-83D6-DDA35B092068}" type="presParOf" srcId="{7EC706C0-DE80-4439-BD86-5133EC1BCB30}" destId="{E590EC22-8FC6-4985-A5D0-15319AA2CCED}" srcOrd="0" destOrd="0" presId="urn:microsoft.com/office/officeart/2018/2/layout/IconVerticalSolidList"/>
    <dgm:cxn modelId="{D7D795B4-699B-40D4-8DDA-75407978FA98}" type="presParOf" srcId="{E590EC22-8FC6-4985-A5D0-15319AA2CCED}" destId="{672AD45F-F4E4-4089-936C-6772C169A25F}" srcOrd="0" destOrd="0" presId="urn:microsoft.com/office/officeart/2018/2/layout/IconVerticalSolidList"/>
    <dgm:cxn modelId="{A5843582-C220-4684-915B-54765D469F46}" type="presParOf" srcId="{E590EC22-8FC6-4985-A5D0-15319AA2CCED}" destId="{7C0C28A2-4B1A-48A1-9CF6-105659F7072E}" srcOrd="1" destOrd="0" presId="urn:microsoft.com/office/officeart/2018/2/layout/IconVerticalSolidList"/>
    <dgm:cxn modelId="{AB9017CA-5B97-4012-AB5C-117028090C37}" type="presParOf" srcId="{E590EC22-8FC6-4985-A5D0-15319AA2CCED}" destId="{010E8F17-1819-45B8-AF04-11CDBA6A1109}" srcOrd="2" destOrd="0" presId="urn:microsoft.com/office/officeart/2018/2/layout/IconVerticalSolidList"/>
    <dgm:cxn modelId="{13BC3EF5-7EF5-480A-8486-944ADFB4E004}" type="presParOf" srcId="{E590EC22-8FC6-4985-A5D0-15319AA2CCED}" destId="{0C56AD5B-EE93-4528-A9D5-DBC7E36F1CEA}" srcOrd="3" destOrd="0" presId="urn:microsoft.com/office/officeart/2018/2/layout/IconVerticalSolidList"/>
    <dgm:cxn modelId="{D71106E9-321D-4597-B781-FDAB090934BB}" type="presParOf" srcId="{E590EC22-8FC6-4985-A5D0-15319AA2CCED}" destId="{822F33D8-20D2-406C-9CF2-00F7F0D8FBE7}" srcOrd="4" destOrd="0" presId="urn:microsoft.com/office/officeart/2018/2/layout/IconVerticalSolidList"/>
    <dgm:cxn modelId="{11440B2D-DF80-4214-84FF-A625F8928097}" type="presParOf" srcId="{7EC706C0-DE80-4439-BD86-5133EC1BCB30}" destId="{60DBF3F7-E026-45D3-A179-2F6431090A41}" srcOrd="1" destOrd="0" presId="urn:microsoft.com/office/officeart/2018/2/layout/IconVerticalSolidList"/>
    <dgm:cxn modelId="{5C1C259F-C57D-430E-AF88-A60BA180398D}" type="presParOf" srcId="{7EC706C0-DE80-4439-BD86-5133EC1BCB30}" destId="{D3DDF3F0-FC4E-403F-9B15-9CA553D7195E}" srcOrd="2" destOrd="0" presId="urn:microsoft.com/office/officeart/2018/2/layout/IconVerticalSolidList"/>
    <dgm:cxn modelId="{406546B3-1A0A-4061-A97F-A7F4C25D60BC}" type="presParOf" srcId="{D3DDF3F0-FC4E-403F-9B15-9CA553D7195E}" destId="{EAED8792-FBF0-4DA6-AC2C-322C1FD8CD01}" srcOrd="0" destOrd="0" presId="urn:microsoft.com/office/officeart/2018/2/layout/IconVerticalSolidList"/>
    <dgm:cxn modelId="{58E221C9-3CB1-4A8E-9FCF-3DC26BED0AF7}" type="presParOf" srcId="{D3DDF3F0-FC4E-403F-9B15-9CA553D7195E}" destId="{766D93BE-E1FA-4684-87BD-18233D0B0A37}" srcOrd="1" destOrd="0" presId="urn:microsoft.com/office/officeart/2018/2/layout/IconVerticalSolidList"/>
    <dgm:cxn modelId="{A181ECAB-7B17-421F-BCFA-98A30BAF6D6B}" type="presParOf" srcId="{D3DDF3F0-FC4E-403F-9B15-9CA553D7195E}" destId="{EE241EBA-F1B2-43FE-B805-5D1C59B4C943}" srcOrd="2" destOrd="0" presId="urn:microsoft.com/office/officeart/2018/2/layout/IconVerticalSolidList"/>
    <dgm:cxn modelId="{E52E434B-6820-423A-9303-9175D4445074}" type="presParOf" srcId="{D3DDF3F0-FC4E-403F-9B15-9CA553D7195E}" destId="{006DF5CF-01DD-4962-A24B-7C7B0B2B9283}" srcOrd="3" destOrd="0" presId="urn:microsoft.com/office/officeart/2018/2/layout/IconVerticalSolidList"/>
    <dgm:cxn modelId="{6495E92A-93DF-4959-B72B-71650A472B6B}" type="presParOf" srcId="{7EC706C0-DE80-4439-BD86-5133EC1BCB30}" destId="{9700CEE3-86C5-4ADB-8E13-F72B303F3163}" srcOrd="3" destOrd="0" presId="urn:microsoft.com/office/officeart/2018/2/layout/IconVerticalSolidList"/>
    <dgm:cxn modelId="{FFF13EAD-DBE8-443A-B135-1A5249516C77}" type="presParOf" srcId="{7EC706C0-DE80-4439-BD86-5133EC1BCB30}" destId="{EF78FD49-2F0C-499B-866D-45253B262B06}" srcOrd="4" destOrd="0" presId="urn:microsoft.com/office/officeart/2018/2/layout/IconVerticalSolidList"/>
    <dgm:cxn modelId="{4F71B72E-2EE7-4893-9025-87195BE03744}" type="presParOf" srcId="{EF78FD49-2F0C-499B-866D-45253B262B06}" destId="{B30A3CF0-9967-4F92-A745-38D066C19022}" srcOrd="0" destOrd="0" presId="urn:microsoft.com/office/officeart/2018/2/layout/IconVerticalSolidList"/>
    <dgm:cxn modelId="{4D2D0D48-0F14-4B96-B8EC-3AFDEBF8F69A}" type="presParOf" srcId="{EF78FD49-2F0C-499B-866D-45253B262B06}" destId="{68AE6D66-53C0-49F0-BAA3-5F564984E32C}" srcOrd="1" destOrd="0" presId="urn:microsoft.com/office/officeart/2018/2/layout/IconVerticalSolidList"/>
    <dgm:cxn modelId="{D274AAE2-B3E8-4753-9640-5776639E8D06}" type="presParOf" srcId="{EF78FD49-2F0C-499B-866D-45253B262B06}" destId="{BBCF35D1-4DCF-4475-8D1F-F79589789F50}" srcOrd="2" destOrd="0" presId="urn:microsoft.com/office/officeart/2018/2/layout/IconVerticalSolidList"/>
    <dgm:cxn modelId="{B4D77D4C-573C-4064-98B6-0D2B59D9A3E5}" type="presParOf" srcId="{EF78FD49-2F0C-499B-866D-45253B262B06}" destId="{B9D9D770-283E-4731-9F99-FF61C9E0AEB3}" srcOrd="3" destOrd="0" presId="urn:microsoft.com/office/officeart/2018/2/layout/IconVerticalSolidList"/>
    <dgm:cxn modelId="{466243BD-2C06-4058-9C82-E133DA9BF11F}" type="presParOf" srcId="{EF78FD49-2F0C-499B-866D-45253B262B06}" destId="{868CFD9E-5C7D-478F-892F-28F8EDA8DBD0}"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D995A75-DE76-454A-8A24-5885400BB60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81666F3-3771-4E8E-A585-54944C4A6502}">
      <dgm:prSet/>
      <dgm:spPr/>
      <dgm:t>
        <a:bodyPr/>
        <a:lstStyle/>
        <a:p>
          <a:r>
            <a:rPr lang="en-US"/>
            <a:t>Incremental clustering algorithm using a tree structure (CF tree) to handle large datasets efficiently.</a:t>
          </a:r>
        </a:p>
      </dgm:t>
    </dgm:pt>
    <dgm:pt modelId="{11AC9BA5-9795-4F89-B46E-4152FC1F7234}" type="parTrans" cxnId="{2E807F7A-01FE-4BDD-92C2-6519F3520789}">
      <dgm:prSet/>
      <dgm:spPr/>
      <dgm:t>
        <a:bodyPr/>
        <a:lstStyle/>
        <a:p>
          <a:endParaRPr lang="en-US"/>
        </a:p>
      </dgm:t>
    </dgm:pt>
    <dgm:pt modelId="{C48C0311-EF08-4C30-8466-49F82C56F67A}" type="sibTrans" cxnId="{2E807F7A-01FE-4BDD-92C2-6519F3520789}">
      <dgm:prSet/>
      <dgm:spPr/>
      <dgm:t>
        <a:bodyPr/>
        <a:lstStyle/>
        <a:p>
          <a:endParaRPr lang="en-US"/>
        </a:p>
      </dgm:t>
    </dgm:pt>
    <dgm:pt modelId="{8278DA5B-3DA2-4BD8-8A53-0657374AA869}">
      <dgm:prSet/>
      <dgm:spPr/>
      <dgm:t>
        <a:bodyPr/>
        <a:lstStyle/>
        <a:p>
          <a:r>
            <a:rPr lang="en-US"/>
            <a:t>Advantages / Limitations:</a:t>
          </a:r>
          <a:br>
            <a:rPr lang="en-US"/>
          </a:br>
          <a:r>
            <a:rPr lang="en-US"/>
            <a:t>✅ Scales well for big data</a:t>
          </a:r>
          <a:br>
            <a:rPr lang="en-US"/>
          </a:br>
          <a:r>
            <a:rPr lang="en-US"/>
            <a:t>❌ Sensitive to input order</a:t>
          </a:r>
        </a:p>
      </dgm:t>
    </dgm:pt>
    <dgm:pt modelId="{CE6504C9-1AA0-48B0-A273-3BAC7CF292FE}" type="parTrans" cxnId="{D0685E4A-959E-4C0A-A870-EB6ABED1AF79}">
      <dgm:prSet/>
      <dgm:spPr/>
      <dgm:t>
        <a:bodyPr/>
        <a:lstStyle/>
        <a:p>
          <a:endParaRPr lang="en-US"/>
        </a:p>
      </dgm:t>
    </dgm:pt>
    <dgm:pt modelId="{1BC4C5C1-4EDB-49DC-9634-C8A49ACC459C}" type="sibTrans" cxnId="{D0685E4A-959E-4C0A-A870-EB6ABED1AF79}">
      <dgm:prSet/>
      <dgm:spPr/>
      <dgm:t>
        <a:bodyPr/>
        <a:lstStyle/>
        <a:p>
          <a:endParaRPr lang="en-US"/>
        </a:p>
      </dgm:t>
    </dgm:pt>
    <dgm:pt modelId="{58AA40F1-DCF3-4AFD-8BBC-02041E9BB05B}">
      <dgm:prSet/>
      <dgm:spPr/>
      <dgm:t>
        <a:bodyPr/>
        <a:lstStyle/>
        <a:p>
          <a:r>
            <a:rPr lang="en-US"/>
            <a:t>Common Use Cases: IoT data analysis, log pattern detection</a:t>
          </a:r>
        </a:p>
      </dgm:t>
    </dgm:pt>
    <dgm:pt modelId="{A7061442-D2A3-476A-A9A5-21008173EA52}" type="parTrans" cxnId="{FEE9AE6B-3850-43DD-B404-8734D8ED0DF4}">
      <dgm:prSet/>
      <dgm:spPr/>
      <dgm:t>
        <a:bodyPr/>
        <a:lstStyle/>
        <a:p>
          <a:endParaRPr lang="en-US"/>
        </a:p>
      </dgm:t>
    </dgm:pt>
    <dgm:pt modelId="{4D59745C-7523-4E36-B0A0-634891B7AD86}" type="sibTrans" cxnId="{FEE9AE6B-3850-43DD-B404-8734D8ED0DF4}">
      <dgm:prSet/>
      <dgm:spPr/>
      <dgm:t>
        <a:bodyPr/>
        <a:lstStyle/>
        <a:p>
          <a:endParaRPr lang="en-US"/>
        </a:p>
      </dgm:t>
    </dgm:pt>
    <dgm:pt modelId="{7DB8C6C0-BC62-4412-9F18-67EEA8AE1804}">
      <dgm:prSet/>
      <dgm:spPr/>
      <dgm:t>
        <a:bodyPr/>
        <a:lstStyle/>
        <a:p>
          <a:r>
            <a:rPr lang="en-US"/>
            <a:t>Example Python snippet:</a:t>
          </a:r>
        </a:p>
      </dgm:t>
    </dgm:pt>
    <dgm:pt modelId="{1A29616B-DE44-4625-ABD3-9A177F15D77F}" type="parTrans" cxnId="{C861A268-5375-44D1-81E9-DA3907B1FD72}">
      <dgm:prSet/>
      <dgm:spPr/>
      <dgm:t>
        <a:bodyPr/>
        <a:lstStyle/>
        <a:p>
          <a:endParaRPr lang="en-US"/>
        </a:p>
      </dgm:t>
    </dgm:pt>
    <dgm:pt modelId="{6B70555C-6A32-4B79-B315-7FAB8168231A}" type="sibTrans" cxnId="{C861A268-5375-44D1-81E9-DA3907B1FD72}">
      <dgm:prSet/>
      <dgm:spPr/>
      <dgm:t>
        <a:bodyPr/>
        <a:lstStyle/>
        <a:p>
          <a:endParaRPr lang="en-US"/>
        </a:p>
      </dgm:t>
    </dgm:pt>
    <dgm:pt modelId="{F897F951-C633-4E6E-BF99-56ADC68D8FE7}">
      <dgm:prSet/>
      <dgm:spPr/>
      <dgm:t>
        <a:bodyPr/>
        <a:lstStyle/>
        <a:p>
          <a:r>
            <a:rPr lang="en-US"/>
            <a:t>from sklearn.cluster import BIRCH</a:t>
          </a:r>
          <a:br>
            <a:rPr lang="en-US"/>
          </a:br>
          <a:r>
            <a:rPr lang="en-US"/>
            <a:t>model = BIRCH()</a:t>
          </a:r>
          <a:br>
            <a:rPr lang="en-US"/>
          </a:br>
          <a:r>
            <a:rPr lang="en-US"/>
            <a:t>model.fit(X)</a:t>
          </a:r>
        </a:p>
      </dgm:t>
    </dgm:pt>
    <dgm:pt modelId="{3FB66FE7-F7AA-40DB-B4A3-7ABE7683C17A}" type="parTrans" cxnId="{003A7156-3EAD-4416-A646-B832A04A87E5}">
      <dgm:prSet/>
      <dgm:spPr/>
      <dgm:t>
        <a:bodyPr/>
        <a:lstStyle/>
        <a:p>
          <a:endParaRPr lang="en-US"/>
        </a:p>
      </dgm:t>
    </dgm:pt>
    <dgm:pt modelId="{9014337F-DE3B-4FA9-8FE2-81410463E544}" type="sibTrans" cxnId="{003A7156-3EAD-4416-A646-B832A04A87E5}">
      <dgm:prSet/>
      <dgm:spPr/>
      <dgm:t>
        <a:bodyPr/>
        <a:lstStyle/>
        <a:p>
          <a:endParaRPr lang="en-US"/>
        </a:p>
      </dgm:t>
    </dgm:pt>
    <dgm:pt modelId="{026F9F1B-C912-400A-9CEB-66FDDEC4B19C}" type="pres">
      <dgm:prSet presAssocID="{0D995A75-DE76-454A-8A24-5885400BB609}" presName="root" presStyleCnt="0">
        <dgm:presLayoutVars>
          <dgm:dir/>
          <dgm:resizeHandles val="exact"/>
        </dgm:presLayoutVars>
      </dgm:prSet>
      <dgm:spPr/>
    </dgm:pt>
    <dgm:pt modelId="{D4E622F5-C86D-4435-AB73-552A30D8AE14}" type="pres">
      <dgm:prSet presAssocID="{081666F3-3771-4E8E-A585-54944C4A6502}" presName="compNode" presStyleCnt="0"/>
      <dgm:spPr/>
    </dgm:pt>
    <dgm:pt modelId="{A63D7114-0603-4733-A8A2-F1E7F4C7B833}" type="pres">
      <dgm:prSet presAssocID="{081666F3-3771-4E8E-A585-54944C4A6502}" presName="bgRect" presStyleLbl="bgShp" presStyleIdx="0" presStyleCnt="3"/>
      <dgm:spPr/>
    </dgm:pt>
    <dgm:pt modelId="{3FDBE6E4-60EA-4017-AA35-75CA2B09AE5C}" type="pres">
      <dgm:prSet presAssocID="{081666F3-3771-4E8E-A585-54944C4A650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27CFE0D6-433F-48D6-8832-E3475BC4F755}" type="pres">
      <dgm:prSet presAssocID="{081666F3-3771-4E8E-A585-54944C4A6502}" presName="spaceRect" presStyleCnt="0"/>
      <dgm:spPr/>
    </dgm:pt>
    <dgm:pt modelId="{6334F4AF-2B0B-40D7-90AA-849130686F0C}" type="pres">
      <dgm:prSet presAssocID="{081666F3-3771-4E8E-A585-54944C4A6502}" presName="parTx" presStyleLbl="revTx" presStyleIdx="0" presStyleCnt="5">
        <dgm:presLayoutVars>
          <dgm:chMax val="0"/>
          <dgm:chPref val="0"/>
        </dgm:presLayoutVars>
      </dgm:prSet>
      <dgm:spPr/>
    </dgm:pt>
    <dgm:pt modelId="{8BC7CD6D-D1BA-48A6-B4BD-4056FB2E5D2D}" type="pres">
      <dgm:prSet presAssocID="{081666F3-3771-4E8E-A585-54944C4A6502}" presName="desTx" presStyleLbl="revTx" presStyleIdx="1" presStyleCnt="5">
        <dgm:presLayoutVars/>
      </dgm:prSet>
      <dgm:spPr/>
    </dgm:pt>
    <dgm:pt modelId="{8109B1DB-9F08-4DCC-A909-CE420476C04D}" type="pres">
      <dgm:prSet presAssocID="{C48C0311-EF08-4C30-8466-49F82C56F67A}" presName="sibTrans" presStyleCnt="0"/>
      <dgm:spPr/>
    </dgm:pt>
    <dgm:pt modelId="{C05FCAB1-6EF8-43FB-9A37-49BD454D03B2}" type="pres">
      <dgm:prSet presAssocID="{58AA40F1-DCF3-4AFD-8BBC-02041E9BB05B}" presName="compNode" presStyleCnt="0"/>
      <dgm:spPr/>
    </dgm:pt>
    <dgm:pt modelId="{81B4CCDA-60E6-499E-8385-99086F4C8F17}" type="pres">
      <dgm:prSet presAssocID="{58AA40F1-DCF3-4AFD-8BBC-02041E9BB05B}" presName="bgRect" presStyleLbl="bgShp" presStyleIdx="1" presStyleCnt="3"/>
      <dgm:spPr/>
    </dgm:pt>
    <dgm:pt modelId="{E5E8E419-5446-4453-A372-2E4F3BD97041}" type="pres">
      <dgm:prSet presAssocID="{58AA40F1-DCF3-4AFD-8BBC-02041E9BB05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32C9A72E-EB36-43D5-9F31-2ED62EAD3C83}" type="pres">
      <dgm:prSet presAssocID="{58AA40F1-DCF3-4AFD-8BBC-02041E9BB05B}" presName="spaceRect" presStyleCnt="0"/>
      <dgm:spPr/>
    </dgm:pt>
    <dgm:pt modelId="{21416B3D-CABB-44ED-BCA7-9DE8FFAB8EF4}" type="pres">
      <dgm:prSet presAssocID="{58AA40F1-DCF3-4AFD-8BBC-02041E9BB05B}" presName="parTx" presStyleLbl="revTx" presStyleIdx="2" presStyleCnt="5">
        <dgm:presLayoutVars>
          <dgm:chMax val="0"/>
          <dgm:chPref val="0"/>
        </dgm:presLayoutVars>
      </dgm:prSet>
      <dgm:spPr/>
    </dgm:pt>
    <dgm:pt modelId="{6F7BC784-CB6C-4BE4-9BB7-88CB043FA27D}" type="pres">
      <dgm:prSet presAssocID="{4D59745C-7523-4E36-B0A0-634891B7AD86}" presName="sibTrans" presStyleCnt="0"/>
      <dgm:spPr/>
    </dgm:pt>
    <dgm:pt modelId="{95E0232F-88DE-4416-A94C-977C698FB5BD}" type="pres">
      <dgm:prSet presAssocID="{7DB8C6C0-BC62-4412-9F18-67EEA8AE1804}" presName="compNode" presStyleCnt="0"/>
      <dgm:spPr/>
    </dgm:pt>
    <dgm:pt modelId="{23D97D52-8A12-4108-B9D1-61CD38B98F97}" type="pres">
      <dgm:prSet presAssocID="{7DB8C6C0-BC62-4412-9F18-67EEA8AE1804}" presName="bgRect" presStyleLbl="bgShp" presStyleIdx="2" presStyleCnt="3"/>
      <dgm:spPr/>
    </dgm:pt>
    <dgm:pt modelId="{099FC2D7-93B9-4CB2-8AE6-DB86C87A6B01}" type="pres">
      <dgm:prSet presAssocID="{7DB8C6C0-BC62-4412-9F18-67EEA8AE180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search"/>
        </a:ext>
      </dgm:extLst>
    </dgm:pt>
    <dgm:pt modelId="{6A06F619-16AD-4584-B9BB-AE559730252A}" type="pres">
      <dgm:prSet presAssocID="{7DB8C6C0-BC62-4412-9F18-67EEA8AE1804}" presName="spaceRect" presStyleCnt="0"/>
      <dgm:spPr/>
    </dgm:pt>
    <dgm:pt modelId="{91F448DF-F8F5-4233-884B-D86C8B5F39F9}" type="pres">
      <dgm:prSet presAssocID="{7DB8C6C0-BC62-4412-9F18-67EEA8AE1804}" presName="parTx" presStyleLbl="revTx" presStyleIdx="3" presStyleCnt="5">
        <dgm:presLayoutVars>
          <dgm:chMax val="0"/>
          <dgm:chPref val="0"/>
        </dgm:presLayoutVars>
      </dgm:prSet>
      <dgm:spPr/>
    </dgm:pt>
    <dgm:pt modelId="{D8914915-2728-4B35-9A3E-29C75A90B62C}" type="pres">
      <dgm:prSet presAssocID="{7DB8C6C0-BC62-4412-9F18-67EEA8AE1804}" presName="desTx" presStyleLbl="revTx" presStyleIdx="4" presStyleCnt="5">
        <dgm:presLayoutVars/>
      </dgm:prSet>
      <dgm:spPr/>
    </dgm:pt>
  </dgm:ptLst>
  <dgm:cxnLst>
    <dgm:cxn modelId="{EFB9BA13-DACD-41D7-9B8E-17417FB76E87}" type="presOf" srcId="{081666F3-3771-4E8E-A585-54944C4A6502}" destId="{6334F4AF-2B0B-40D7-90AA-849130686F0C}" srcOrd="0" destOrd="0" presId="urn:microsoft.com/office/officeart/2018/2/layout/IconVerticalSolidList"/>
    <dgm:cxn modelId="{078ABB1A-842A-44B7-A782-B30CC3B6A685}" type="presOf" srcId="{7DB8C6C0-BC62-4412-9F18-67EEA8AE1804}" destId="{91F448DF-F8F5-4233-884B-D86C8B5F39F9}" srcOrd="0" destOrd="0" presId="urn:microsoft.com/office/officeart/2018/2/layout/IconVerticalSolidList"/>
    <dgm:cxn modelId="{82B21C44-2DA0-47DE-B99A-56996DC31BC7}" type="presOf" srcId="{8278DA5B-3DA2-4BD8-8A53-0657374AA869}" destId="{8BC7CD6D-D1BA-48A6-B4BD-4056FB2E5D2D}" srcOrd="0" destOrd="0" presId="urn:microsoft.com/office/officeart/2018/2/layout/IconVerticalSolidList"/>
    <dgm:cxn modelId="{C861A268-5375-44D1-81E9-DA3907B1FD72}" srcId="{0D995A75-DE76-454A-8A24-5885400BB609}" destId="{7DB8C6C0-BC62-4412-9F18-67EEA8AE1804}" srcOrd="2" destOrd="0" parTransId="{1A29616B-DE44-4625-ABD3-9A177F15D77F}" sibTransId="{6B70555C-6A32-4B79-B315-7FAB8168231A}"/>
    <dgm:cxn modelId="{D0685E4A-959E-4C0A-A870-EB6ABED1AF79}" srcId="{081666F3-3771-4E8E-A585-54944C4A6502}" destId="{8278DA5B-3DA2-4BD8-8A53-0657374AA869}" srcOrd="0" destOrd="0" parTransId="{CE6504C9-1AA0-48B0-A273-3BAC7CF292FE}" sibTransId="{1BC4C5C1-4EDB-49DC-9634-C8A49ACC459C}"/>
    <dgm:cxn modelId="{FEE9AE6B-3850-43DD-B404-8734D8ED0DF4}" srcId="{0D995A75-DE76-454A-8A24-5885400BB609}" destId="{58AA40F1-DCF3-4AFD-8BBC-02041E9BB05B}" srcOrd="1" destOrd="0" parTransId="{A7061442-D2A3-476A-A9A5-21008173EA52}" sibTransId="{4D59745C-7523-4E36-B0A0-634891B7AD86}"/>
    <dgm:cxn modelId="{003A7156-3EAD-4416-A646-B832A04A87E5}" srcId="{7DB8C6C0-BC62-4412-9F18-67EEA8AE1804}" destId="{F897F951-C633-4E6E-BF99-56ADC68D8FE7}" srcOrd="0" destOrd="0" parTransId="{3FB66FE7-F7AA-40DB-B4A3-7ABE7683C17A}" sibTransId="{9014337F-DE3B-4FA9-8FE2-81410463E544}"/>
    <dgm:cxn modelId="{2E807F7A-01FE-4BDD-92C2-6519F3520789}" srcId="{0D995A75-DE76-454A-8A24-5885400BB609}" destId="{081666F3-3771-4E8E-A585-54944C4A6502}" srcOrd="0" destOrd="0" parTransId="{11AC9BA5-9795-4F89-B46E-4152FC1F7234}" sibTransId="{C48C0311-EF08-4C30-8466-49F82C56F67A}"/>
    <dgm:cxn modelId="{92C8F396-C328-4DA0-9B3B-208AD1576A1A}" type="presOf" srcId="{58AA40F1-DCF3-4AFD-8BBC-02041E9BB05B}" destId="{21416B3D-CABB-44ED-BCA7-9DE8FFAB8EF4}" srcOrd="0" destOrd="0" presId="urn:microsoft.com/office/officeart/2018/2/layout/IconVerticalSolidList"/>
    <dgm:cxn modelId="{A2864998-A200-485C-8BAC-BF89147F2966}" type="presOf" srcId="{F897F951-C633-4E6E-BF99-56ADC68D8FE7}" destId="{D8914915-2728-4B35-9A3E-29C75A90B62C}" srcOrd="0" destOrd="0" presId="urn:microsoft.com/office/officeart/2018/2/layout/IconVerticalSolidList"/>
    <dgm:cxn modelId="{2145BBFA-C5C2-4992-A2AE-425D82A48F6E}" type="presOf" srcId="{0D995A75-DE76-454A-8A24-5885400BB609}" destId="{026F9F1B-C912-400A-9CEB-66FDDEC4B19C}" srcOrd="0" destOrd="0" presId="urn:microsoft.com/office/officeart/2018/2/layout/IconVerticalSolidList"/>
    <dgm:cxn modelId="{93EC77D3-8546-4B0F-9B9A-C1B8A3B06FE0}" type="presParOf" srcId="{026F9F1B-C912-400A-9CEB-66FDDEC4B19C}" destId="{D4E622F5-C86D-4435-AB73-552A30D8AE14}" srcOrd="0" destOrd="0" presId="urn:microsoft.com/office/officeart/2018/2/layout/IconVerticalSolidList"/>
    <dgm:cxn modelId="{2641CC50-B600-4D16-AD78-66FD2D1FC50C}" type="presParOf" srcId="{D4E622F5-C86D-4435-AB73-552A30D8AE14}" destId="{A63D7114-0603-4733-A8A2-F1E7F4C7B833}" srcOrd="0" destOrd="0" presId="urn:microsoft.com/office/officeart/2018/2/layout/IconVerticalSolidList"/>
    <dgm:cxn modelId="{B207B1AD-296B-4CD4-AD52-8A650F5FDDA6}" type="presParOf" srcId="{D4E622F5-C86D-4435-AB73-552A30D8AE14}" destId="{3FDBE6E4-60EA-4017-AA35-75CA2B09AE5C}" srcOrd="1" destOrd="0" presId="urn:microsoft.com/office/officeart/2018/2/layout/IconVerticalSolidList"/>
    <dgm:cxn modelId="{9E329609-6B2A-418C-AFBE-4B7A773B04D5}" type="presParOf" srcId="{D4E622F5-C86D-4435-AB73-552A30D8AE14}" destId="{27CFE0D6-433F-48D6-8832-E3475BC4F755}" srcOrd="2" destOrd="0" presId="urn:microsoft.com/office/officeart/2018/2/layout/IconVerticalSolidList"/>
    <dgm:cxn modelId="{7A25DDAF-DF35-45E4-B837-8D0631211ADD}" type="presParOf" srcId="{D4E622F5-C86D-4435-AB73-552A30D8AE14}" destId="{6334F4AF-2B0B-40D7-90AA-849130686F0C}" srcOrd="3" destOrd="0" presId="urn:microsoft.com/office/officeart/2018/2/layout/IconVerticalSolidList"/>
    <dgm:cxn modelId="{2685653A-789D-4408-BA01-F57C65E1C6DC}" type="presParOf" srcId="{D4E622F5-C86D-4435-AB73-552A30D8AE14}" destId="{8BC7CD6D-D1BA-48A6-B4BD-4056FB2E5D2D}" srcOrd="4" destOrd="0" presId="urn:microsoft.com/office/officeart/2018/2/layout/IconVerticalSolidList"/>
    <dgm:cxn modelId="{425EF2F3-3676-4F77-9B53-913BD0339A44}" type="presParOf" srcId="{026F9F1B-C912-400A-9CEB-66FDDEC4B19C}" destId="{8109B1DB-9F08-4DCC-A909-CE420476C04D}" srcOrd="1" destOrd="0" presId="urn:microsoft.com/office/officeart/2018/2/layout/IconVerticalSolidList"/>
    <dgm:cxn modelId="{5296CB7D-FB2B-4245-AE18-707C3E7BD617}" type="presParOf" srcId="{026F9F1B-C912-400A-9CEB-66FDDEC4B19C}" destId="{C05FCAB1-6EF8-43FB-9A37-49BD454D03B2}" srcOrd="2" destOrd="0" presId="urn:microsoft.com/office/officeart/2018/2/layout/IconVerticalSolidList"/>
    <dgm:cxn modelId="{9C203853-D32A-4CEC-9708-09F88BA24E56}" type="presParOf" srcId="{C05FCAB1-6EF8-43FB-9A37-49BD454D03B2}" destId="{81B4CCDA-60E6-499E-8385-99086F4C8F17}" srcOrd="0" destOrd="0" presId="urn:microsoft.com/office/officeart/2018/2/layout/IconVerticalSolidList"/>
    <dgm:cxn modelId="{CD0A0AD0-2D2B-4145-8655-71CA01E61CCE}" type="presParOf" srcId="{C05FCAB1-6EF8-43FB-9A37-49BD454D03B2}" destId="{E5E8E419-5446-4453-A372-2E4F3BD97041}" srcOrd="1" destOrd="0" presId="urn:microsoft.com/office/officeart/2018/2/layout/IconVerticalSolidList"/>
    <dgm:cxn modelId="{77A5F35E-DF1F-4D74-A007-973E97807F06}" type="presParOf" srcId="{C05FCAB1-6EF8-43FB-9A37-49BD454D03B2}" destId="{32C9A72E-EB36-43D5-9F31-2ED62EAD3C83}" srcOrd="2" destOrd="0" presId="urn:microsoft.com/office/officeart/2018/2/layout/IconVerticalSolidList"/>
    <dgm:cxn modelId="{1311E572-A205-4597-A035-3B33186B573B}" type="presParOf" srcId="{C05FCAB1-6EF8-43FB-9A37-49BD454D03B2}" destId="{21416B3D-CABB-44ED-BCA7-9DE8FFAB8EF4}" srcOrd="3" destOrd="0" presId="urn:microsoft.com/office/officeart/2018/2/layout/IconVerticalSolidList"/>
    <dgm:cxn modelId="{4556254D-0D59-40F5-92F1-30BDC847052A}" type="presParOf" srcId="{026F9F1B-C912-400A-9CEB-66FDDEC4B19C}" destId="{6F7BC784-CB6C-4BE4-9BB7-88CB043FA27D}" srcOrd="3" destOrd="0" presId="urn:microsoft.com/office/officeart/2018/2/layout/IconVerticalSolidList"/>
    <dgm:cxn modelId="{7716F030-6384-475E-B5CB-F31B4B16628C}" type="presParOf" srcId="{026F9F1B-C912-400A-9CEB-66FDDEC4B19C}" destId="{95E0232F-88DE-4416-A94C-977C698FB5BD}" srcOrd="4" destOrd="0" presId="urn:microsoft.com/office/officeart/2018/2/layout/IconVerticalSolidList"/>
    <dgm:cxn modelId="{F379FC24-398F-4074-98FE-FBDBDE77E0BF}" type="presParOf" srcId="{95E0232F-88DE-4416-A94C-977C698FB5BD}" destId="{23D97D52-8A12-4108-B9D1-61CD38B98F97}" srcOrd="0" destOrd="0" presId="urn:microsoft.com/office/officeart/2018/2/layout/IconVerticalSolidList"/>
    <dgm:cxn modelId="{A9D8BF29-D30E-400A-9901-C6E8CD179322}" type="presParOf" srcId="{95E0232F-88DE-4416-A94C-977C698FB5BD}" destId="{099FC2D7-93B9-4CB2-8AE6-DB86C87A6B01}" srcOrd="1" destOrd="0" presId="urn:microsoft.com/office/officeart/2018/2/layout/IconVerticalSolidList"/>
    <dgm:cxn modelId="{6085AA4A-70BC-4A05-B977-AEA57AC313B7}" type="presParOf" srcId="{95E0232F-88DE-4416-A94C-977C698FB5BD}" destId="{6A06F619-16AD-4584-B9BB-AE559730252A}" srcOrd="2" destOrd="0" presId="urn:microsoft.com/office/officeart/2018/2/layout/IconVerticalSolidList"/>
    <dgm:cxn modelId="{A8CA7BE0-4833-4961-B345-6A27036967C8}" type="presParOf" srcId="{95E0232F-88DE-4416-A94C-977C698FB5BD}" destId="{91F448DF-F8F5-4233-884B-D86C8B5F39F9}" srcOrd="3" destOrd="0" presId="urn:microsoft.com/office/officeart/2018/2/layout/IconVerticalSolidList"/>
    <dgm:cxn modelId="{F4BF00D5-15A1-442B-BFC2-0615B8272501}" type="presParOf" srcId="{95E0232F-88DE-4416-A94C-977C698FB5BD}" destId="{D8914915-2728-4B35-9A3E-29C75A90B62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93F403-ADDF-4CE8-8B36-381FB1213139}">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854D95-63FD-4A64-B846-A3B55A5A4F0E}">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2ECA8E-D3BA-4937-A498-2F97599B917C}">
      <dsp:nvSpPr>
        <dsp:cNvPr id="0" name=""/>
        <dsp:cNvSpPr/>
      </dsp:nvSpPr>
      <dsp:spPr>
        <a:xfrm>
          <a:off x="1653197" y="611"/>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22300">
            <a:lnSpc>
              <a:spcPct val="90000"/>
            </a:lnSpc>
            <a:spcBef>
              <a:spcPct val="0"/>
            </a:spcBef>
            <a:spcAft>
              <a:spcPct val="35000"/>
            </a:spcAft>
            <a:buNone/>
          </a:pPr>
          <a:r>
            <a:rPr lang="en-US" sz="1400" kern="1200"/>
            <a:t>A centroid-based algorithm that divides data into K clusters by minimizing distance between points and cluster centers. It iteratively updates centroids until they stabilize.</a:t>
          </a:r>
        </a:p>
      </dsp:txBody>
      <dsp:txXfrm>
        <a:off x="1653197" y="611"/>
        <a:ext cx="3287725" cy="1431339"/>
      </dsp:txXfrm>
    </dsp:sp>
    <dsp:sp modelId="{DFAB384C-E44C-4846-AC27-7A89B1B1008B}">
      <dsp:nvSpPr>
        <dsp:cNvPr id="0" name=""/>
        <dsp:cNvSpPr/>
      </dsp:nvSpPr>
      <dsp:spPr>
        <a:xfrm>
          <a:off x="4940922" y="611"/>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488950">
            <a:lnSpc>
              <a:spcPct val="90000"/>
            </a:lnSpc>
            <a:spcBef>
              <a:spcPct val="0"/>
            </a:spcBef>
            <a:spcAft>
              <a:spcPct val="35000"/>
            </a:spcAft>
            <a:buNone/>
          </a:pPr>
          <a:r>
            <a:rPr lang="en-US" sz="1100" kern="1200"/>
            <a:t>Advantages / Limitations:</a:t>
          </a:r>
          <a:br>
            <a:rPr lang="en-US" sz="1100" kern="1200"/>
          </a:br>
          <a:r>
            <a:rPr lang="en-US" sz="1100" kern="1200"/>
            <a:t>✅ Fast and simple</a:t>
          </a:r>
          <a:br>
            <a:rPr lang="en-US" sz="1100" kern="1200"/>
          </a:br>
          <a:r>
            <a:rPr lang="en-US" sz="1100" kern="1200"/>
            <a:t>❌ Sensitive to outliers, needs K value defined</a:t>
          </a:r>
        </a:p>
      </dsp:txBody>
      <dsp:txXfrm>
        <a:off x="4940922" y="611"/>
        <a:ext cx="2365133" cy="1431339"/>
      </dsp:txXfrm>
    </dsp:sp>
    <dsp:sp modelId="{C5D809BA-ECE0-449B-A194-D075F661A2C0}">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CA68FB-A19E-4642-84BB-7485947F4EFD}">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3B8225-2715-41E5-890D-F2243E1A7B64}">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22300">
            <a:lnSpc>
              <a:spcPct val="90000"/>
            </a:lnSpc>
            <a:spcBef>
              <a:spcPct val="0"/>
            </a:spcBef>
            <a:spcAft>
              <a:spcPct val="35000"/>
            </a:spcAft>
            <a:buNone/>
          </a:pPr>
          <a:r>
            <a:rPr lang="en-US" sz="1400" kern="1200"/>
            <a:t>Common Use Cases: Customer segmentation, image compression</a:t>
          </a:r>
        </a:p>
      </dsp:txBody>
      <dsp:txXfrm>
        <a:off x="1653197" y="1789786"/>
        <a:ext cx="5652858" cy="1431339"/>
      </dsp:txXfrm>
    </dsp:sp>
    <dsp:sp modelId="{ACF769D8-262F-4869-89B1-56C6EDB1FB07}">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1DD626-C3FC-4CEF-906C-3A7F99A53A0C}">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39B49F-6195-47DB-A7C9-E5EC1DB4A84C}">
      <dsp:nvSpPr>
        <dsp:cNvPr id="0" name=""/>
        <dsp:cNvSpPr/>
      </dsp:nvSpPr>
      <dsp:spPr>
        <a:xfrm>
          <a:off x="1653197" y="3578960"/>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22300">
            <a:lnSpc>
              <a:spcPct val="90000"/>
            </a:lnSpc>
            <a:spcBef>
              <a:spcPct val="0"/>
            </a:spcBef>
            <a:spcAft>
              <a:spcPct val="35000"/>
            </a:spcAft>
            <a:buNone/>
          </a:pPr>
          <a:r>
            <a:rPr lang="en-US" sz="1400" kern="1200"/>
            <a:t>Example Python snippet:</a:t>
          </a:r>
        </a:p>
      </dsp:txBody>
      <dsp:txXfrm>
        <a:off x="1653197" y="3578960"/>
        <a:ext cx="3287725" cy="1431339"/>
      </dsp:txXfrm>
    </dsp:sp>
    <dsp:sp modelId="{F2E9515D-B719-4DC6-9AE8-D81360B4040D}">
      <dsp:nvSpPr>
        <dsp:cNvPr id="0" name=""/>
        <dsp:cNvSpPr/>
      </dsp:nvSpPr>
      <dsp:spPr>
        <a:xfrm>
          <a:off x="4940922" y="3578960"/>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488950">
            <a:lnSpc>
              <a:spcPct val="90000"/>
            </a:lnSpc>
            <a:spcBef>
              <a:spcPct val="0"/>
            </a:spcBef>
            <a:spcAft>
              <a:spcPct val="35000"/>
            </a:spcAft>
            <a:buNone/>
          </a:pPr>
          <a:r>
            <a:rPr lang="en-US" sz="1100" kern="1200"/>
            <a:t>from sklearn.cluster import KMeans</a:t>
          </a:r>
          <a:br>
            <a:rPr lang="en-US" sz="1100" kern="1200"/>
          </a:br>
          <a:r>
            <a:rPr lang="en-US" sz="1100" kern="1200"/>
            <a:t>model = KMeans()</a:t>
          </a:r>
          <a:br>
            <a:rPr lang="en-US" sz="1100" kern="1200"/>
          </a:br>
          <a:r>
            <a:rPr lang="en-US" sz="1100" kern="1200"/>
            <a:t>model.fit(X)</a:t>
          </a:r>
        </a:p>
      </dsp:txBody>
      <dsp:txXfrm>
        <a:off x="4940922" y="3578960"/>
        <a:ext cx="2365133" cy="14313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C54BB-BFB3-4E8D-8BD8-5F1BDA57FE28}">
      <dsp:nvSpPr>
        <dsp:cNvPr id="0" name=""/>
        <dsp:cNvSpPr/>
      </dsp:nvSpPr>
      <dsp:spPr>
        <a:xfrm>
          <a:off x="0" y="613"/>
          <a:ext cx="6144767" cy="14365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FF32C2-8582-47FE-B175-AF3DCA92BAB9}">
      <dsp:nvSpPr>
        <dsp:cNvPr id="0" name=""/>
        <dsp:cNvSpPr/>
      </dsp:nvSpPr>
      <dsp:spPr>
        <a:xfrm>
          <a:off x="434560" y="323840"/>
          <a:ext cx="790109" cy="790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4536C0-F9D6-4451-9868-3532E5984E2E}">
      <dsp:nvSpPr>
        <dsp:cNvPr id="0" name=""/>
        <dsp:cNvSpPr/>
      </dsp:nvSpPr>
      <dsp:spPr>
        <a:xfrm>
          <a:off x="1659230" y="613"/>
          <a:ext cx="2765145" cy="143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036" tIns="152036" rIns="152036" bIns="152036" numCol="1" spcCol="1270" anchor="ctr" anchorCtr="0">
          <a:noAutofit/>
        </a:bodyPr>
        <a:lstStyle/>
        <a:p>
          <a:pPr marL="0" lvl="0" indent="0" algn="l" defTabSz="622300">
            <a:lnSpc>
              <a:spcPct val="100000"/>
            </a:lnSpc>
            <a:spcBef>
              <a:spcPct val="0"/>
            </a:spcBef>
            <a:spcAft>
              <a:spcPct val="35000"/>
            </a:spcAft>
            <a:buNone/>
          </a:pPr>
          <a:r>
            <a:rPr lang="en-US" sz="1400" kern="1200"/>
            <a:t>Builds a tree (dendrogram) of clusters. Agglomerative clustering starts with single points and merges them iteratively.</a:t>
          </a:r>
        </a:p>
      </dsp:txBody>
      <dsp:txXfrm>
        <a:off x="1659230" y="613"/>
        <a:ext cx="2765145" cy="1436563"/>
      </dsp:txXfrm>
    </dsp:sp>
    <dsp:sp modelId="{A5446F89-EEC8-44E9-8C47-6EC07FCB2811}">
      <dsp:nvSpPr>
        <dsp:cNvPr id="0" name=""/>
        <dsp:cNvSpPr/>
      </dsp:nvSpPr>
      <dsp:spPr>
        <a:xfrm>
          <a:off x="4424376" y="613"/>
          <a:ext cx="1720391" cy="143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036" tIns="152036" rIns="152036" bIns="152036" numCol="1" spcCol="1270" anchor="ctr" anchorCtr="0">
          <a:noAutofit/>
        </a:bodyPr>
        <a:lstStyle/>
        <a:p>
          <a:pPr marL="0" lvl="0" indent="0" algn="l" defTabSz="488950">
            <a:lnSpc>
              <a:spcPct val="100000"/>
            </a:lnSpc>
            <a:spcBef>
              <a:spcPct val="0"/>
            </a:spcBef>
            <a:spcAft>
              <a:spcPct val="35000"/>
            </a:spcAft>
            <a:buNone/>
          </a:pPr>
          <a:r>
            <a:rPr lang="en-US" sz="1100" kern="1200"/>
            <a:t>Advantages / Limitations:</a:t>
          </a:r>
          <a:br>
            <a:rPr lang="en-US" sz="1100" kern="1200"/>
          </a:br>
          <a:r>
            <a:rPr lang="en-US" sz="1100" kern="1200"/>
            <a:t>✅ Visual hierarchy view</a:t>
          </a:r>
          <a:br>
            <a:rPr lang="en-US" sz="1100" kern="1200"/>
          </a:br>
          <a:r>
            <a:rPr lang="en-US" sz="1100" kern="1200"/>
            <a:t>❌ Slow for large datasets</a:t>
          </a:r>
        </a:p>
      </dsp:txBody>
      <dsp:txXfrm>
        <a:off x="4424376" y="613"/>
        <a:ext cx="1720391" cy="1436563"/>
      </dsp:txXfrm>
    </dsp:sp>
    <dsp:sp modelId="{45B4F269-2A43-4C27-AD77-6B0C954E2FC4}">
      <dsp:nvSpPr>
        <dsp:cNvPr id="0" name=""/>
        <dsp:cNvSpPr/>
      </dsp:nvSpPr>
      <dsp:spPr>
        <a:xfrm>
          <a:off x="0" y="1796318"/>
          <a:ext cx="6144767" cy="14365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631370-27D7-455E-86B3-5C8DCB381124}">
      <dsp:nvSpPr>
        <dsp:cNvPr id="0" name=""/>
        <dsp:cNvSpPr/>
      </dsp:nvSpPr>
      <dsp:spPr>
        <a:xfrm>
          <a:off x="434560" y="2119545"/>
          <a:ext cx="790109" cy="790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467B1B-6057-41A7-8D68-11F4078EB4F7}">
      <dsp:nvSpPr>
        <dsp:cNvPr id="0" name=""/>
        <dsp:cNvSpPr/>
      </dsp:nvSpPr>
      <dsp:spPr>
        <a:xfrm>
          <a:off x="1659230" y="1796318"/>
          <a:ext cx="4485537" cy="143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036" tIns="152036" rIns="152036" bIns="152036" numCol="1" spcCol="1270" anchor="ctr" anchorCtr="0">
          <a:noAutofit/>
        </a:bodyPr>
        <a:lstStyle/>
        <a:p>
          <a:pPr marL="0" lvl="0" indent="0" algn="l" defTabSz="622300">
            <a:lnSpc>
              <a:spcPct val="100000"/>
            </a:lnSpc>
            <a:spcBef>
              <a:spcPct val="0"/>
            </a:spcBef>
            <a:spcAft>
              <a:spcPct val="35000"/>
            </a:spcAft>
            <a:buNone/>
          </a:pPr>
          <a:r>
            <a:rPr lang="en-US" sz="1400" kern="1200"/>
            <a:t>Common Use Cases: Taxonomy classification, document clustering</a:t>
          </a:r>
        </a:p>
      </dsp:txBody>
      <dsp:txXfrm>
        <a:off x="1659230" y="1796318"/>
        <a:ext cx="4485537" cy="1436563"/>
      </dsp:txXfrm>
    </dsp:sp>
    <dsp:sp modelId="{0C73698F-B773-4160-885B-C8CDF152776B}">
      <dsp:nvSpPr>
        <dsp:cNvPr id="0" name=""/>
        <dsp:cNvSpPr/>
      </dsp:nvSpPr>
      <dsp:spPr>
        <a:xfrm>
          <a:off x="0" y="3592022"/>
          <a:ext cx="6144767" cy="14365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53839D-07B8-4F9A-8F9C-7C405053F628}">
      <dsp:nvSpPr>
        <dsp:cNvPr id="0" name=""/>
        <dsp:cNvSpPr/>
      </dsp:nvSpPr>
      <dsp:spPr>
        <a:xfrm>
          <a:off x="434560" y="3915249"/>
          <a:ext cx="790109" cy="790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1BAF18-81AA-482B-AE7E-20F9C617B4EB}">
      <dsp:nvSpPr>
        <dsp:cNvPr id="0" name=""/>
        <dsp:cNvSpPr/>
      </dsp:nvSpPr>
      <dsp:spPr>
        <a:xfrm>
          <a:off x="1659230" y="3592022"/>
          <a:ext cx="2765145" cy="143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036" tIns="152036" rIns="152036" bIns="152036" numCol="1" spcCol="1270" anchor="ctr" anchorCtr="0">
          <a:noAutofit/>
        </a:bodyPr>
        <a:lstStyle/>
        <a:p>
          <a:pPr marL="0" lvl="0" indent="0" algn="l" defTabSz="622300">
            <a:lnSpc>
              <a:spcPct val="100000"/>
            </a:lnSpc>
            <a:spcBef>
              <a:spcPct val="0"/>
            </a:spcBef>
            <a:spcAft>
              <a:spcPct val="35000"/>
            </a:spcAft>
            <a:buNone/>
          </a:pPr>
          <a:r>
            <a:rPr lang="en-US" sz="1400" kern="1200"/>
            <a:t>Example Python snippet:</a:t>
          </a:r>
        </a:p>
      </dsp:txBody>
      <dsp:txXfrm>
        <a:off x="1659230" y="3592022"/>
        <a:ext cx="2765145" cy="1436563"/>
      </dsp:txXfrm>
    </dsp:sp>
    <dsp:sp modelId="{595A576A-A5FD-4B12-BD2E-E7896CB12843}">
      <dsp:nvSpPr>
        <dsp:cNvPr id="0" name=""/>
        <dsp:cNvSpPr/>
      </dsp:nvSpPr>
      <dsp:spPr>
        <a:xfrm>
          <a:off x="4424376" y="3592022"/>
          <a:ext cx="1720391" cy="143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036" tIns="152036" rIns="152036" bIns="152036" numCol="1" spcCol="1270" anchor="ctr" anchorCtr="0">
          <a:noAutofit/>
        </a:bodyPr>
        <a:lstStyle/>
        <a:p>
          <a:pPr marL="0" lvl="0" indent="0" algn="l" defTabSz="488950">
            <a:lnSpc>
              <a:spcPct val="100000"/>
            </a:lnSpc>
            <a:spcBef>
              <a:spcPct val="0"/>
            </a:spcBef>
            <a:spcAft>
              <a:spcPct val="35000"/>
            </a:spcAft>
            <a:buNone/>
          </a:pPr>
          <a:r>
            <a:rPr lang="en-US" sz="1100" kern="1200"/>
            <a:t>from sklearn.cluster import Hierarchical</a:t>
          </a:r>
          <a:br>
            <a:rPr lang="en-US" sz="1100" kern="1200"/>
          </a:br>
          <a:r>
            <a:rPr lang="en-US" sz="1100" kern="1200"/>
            <a:t>model = Hierarchical()</a:t>
          </a:r>
          <a:br>
            <a:rPr lang="en-US" sz="1100" kern="1200"/>
          </a:br>
          <a:r>
            <a:rPr lang="en-US" sz="1100" kern="1200"/>
            <a:t>model.fit(X)</a:t>
          </a:r>
        </a:p>
      </dsp:txBody>
      <dsp:txXfrm>
        <a:off x="4424376" y="3592022"/>
        <a:ext cx="1720391" cy="14365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404D19-5E4E-4E89-B952-F52C2045DE69}">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1CC64C-7C5A-413F-B62F-F8E92FC2A71C}">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842BBC0-5A7E-42EC-91B8-52EB80F53303}">
      <dsp:nvSpPr>
        <dsp:cNvPr id="0" name=""/>
        <dsp:cNvSpPr/>
      </dsp:nvSpPr>
      <dsp:spPr>
        <a:xfrm>
          <a:off x="1653197" y="611"/>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11200">
            <a:lnSpc>
              <a:spcPct val="90000"/>
            </a:lnSpc>
            <a:spcBef>
              <a:spcPct val="0"/>
            </a:spcBef>
            <a:spcAft>
              <a:spcPct val="35000"/>
            </a:spcAft>
            <a:buNone/>
          </a:pPr>
          <a:r>
            <a:rPr lang="en-US" sz="1600" kern="1200"/>
            <a:t>Groups points closely packed together and labels low-density points as noise. It requires two parameters: ε (radius) and minPts.</a:t>
          </a:r>
        </a:p>
      </dsp:txBody>
      <dsp:txXfrm>
        <a:off x="1653197" y="611"/>
        <a:ext cx="3287725" cy="1431339"/>
      </dsp:txXfrm>
    </dsp:sp>
    <dsp:sp modelId="{06804B06-BA7F-40BC-9CC0-7E52FDDA07FD}">
      <dsp:nvSpPr>
        <dsp:cNvPr id="0" name=""/>
        <dsp:cNvSpPr/>
      </dsp:nvSpPr>
      <dsp:spPr>
        <a:xfrm>
          <a:off x="4940922" y="611"/>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533400">
            <a:lnSpc>
              <a:spcPct val="90000"/>
            </a:lnSpc>
            <a:spcBef>
              <a:spcPct val="0"/>
            </a:spcBef>
            <a:spcAft>
              <a:spcPct val="35000"/>
            </a:spcAft>
            <a:buNone/>
          </a:pPr>
          <a:r>
            <a:rPr lang="en-US" sz="1200" kern="1200"/>
            <a:t>Advantages / Limitations:</a:t>
          </a:r>
          <a:br>
            <a:rPr lang="en-US" sz="1200" kern="1200"/>
          </a:br>
          <a:r>
            <a:rPr lang="en-US" sz="1200" kern="1200"/>
            <a:t>✅ Finds noise and irregular shapes</a:t>
          </a:r>
          <a:br>
            <a:rPr lang="en-US" sz="1200" kern="1200"/>
          </a:br>
          <a:r>
            <a:rPr lang="en-US" sz="1200" kern="1200"/>
            <a:t>❌ Fails with varying density</a:t>
          </a:r>
        </a:p>
      </dsp:txBody>
      <dsp:txXfrm>
        <a:off x="4940922" y="611"/>
        <a:ext cx="2365133" cy="1431339"/>
      </dsp:txXfrm>
    </dsp:sp>
    <dsp:sp modelId="{21128C3C-44FF-40C9-A862-ECA0AFA56A61}">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314CDC-C12D-4629-8F33-5941AFC0A4D9}">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FFB3F5-BDC3-485F-84C1-3F5C3DD68E57}">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11200">
            <a:lnSpc>
              <a:spcPct val="90000"/>
            </a:lnSpc>
            <a:spcBef>
              <a:spcPct val="0"/>
            </a:spcBef>
            <a:spcAft>
              <a:spcPct val="35000"/>
            </a:spcAft>
            <a:buNone/>
          </a:pPr>
          <a:r>
            <a:rPr lang="en-US" sz="1600" kern="1200"/>
            <a:t>Common Use Cases: Anomaly detection, spatial data analysis</a:t>
          </a:r>
        </a:p>
      </dsp:txBody>
      <dsp:txXfrm>
        <a:off x="1653197" y="1789786"/>
        <a:ext cx="5652858" cy="1431339"/>
      </dsp:txXfrm>
    </dsp:sp>
    <dsp:sp modelId="{689E3393-637F-4736-B191-85436A249A65}">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1E41EB-FBC3-4774-9A13-8DDFE3F7EBE5}">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5916C2-F0AC-4949-9491-01990AEBCEB6}">
      <dsp:nvSpPr>
        <dsp:cNvPr id="0" name=""/>
        <dsp:cNvSpPr/>
      </dsp:nvSpPr>
      <dsp:spPr>
        <a:xfrm>
          <a:off x="1653197" y="3578960"/>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11200">
            <a:lnSpc>
              <a:spcPct val="90000"/>
            </a:lnSpc>
            <a:spcBef>
              <a:spcPct val="0"/>
            </a:spcBef>
            <a:spcAft>
              <a:spcPct val="35000"/>
            </a:spcAft>
            <a:buNone/>
          </a:pPr>
          <a:r>
            <a:rPr lang="en-US" sz="1600" kern="1200"/>
            <a:t>Example Python snippet:</a:t>
          </a:r>
        </a:p>
      </dsp:txBody>
      <dsp:txXfrm>
        <a:off x="1653197" y="3578960"/>
        <a:ext cx="3287725" cy="1431339"/>
      </dsp:txXfrm>
    </dsp:sp>
    <dsp:sp modelId="{7C35766B-5F7C-45A5-B6C1-7F19441ED2B9}">
      <dsp:nvSpPr>
        <dsp:cNvPr id="0" name=""/>
        <dsp:cNvSpPr/>
      </dsp:nvSpPr>
      <dsp:spPr>
        <a:xfrm>
          <a:off x="4940922" y="3578960"/>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533400">
            <a:lnSpc>
              <a:spcPct val="90000"/>
            </a:lnSpc>
            <a:spcBef>
              <a:spcPct val="0"/>
            </a:spcBef>
            <a:spcAft>
              <a:spcPct val="35000"/>
            </a:spcAft>
            <a:buNone/>
          </a:pPr>
          <a:r>
            <a:rPr lang="en-US" sz="1200" kern="1200"/>
            <a:t>from sklearn.cluster import DBSCAN</a:t>
          </a:r>
          <a:br>
            <a:rPr lang="en-US" sz="1200" kern="1200"/>
          </a:br>
          <a:r>
            <a:rPr lang="en-US" sz="1200" kern="1200"/>
            <a:t>model = DBSCAN()</a:t>
          </a:r>
          <a:br>
            <a:rPr lang="en-US" sz="1200" kern="1200"/>
          </a:br>
          <a:r>
            <a:rPr lang="en-US" sz="1200" kern="1200"/>
            <a:t>model.fit(X)</a:t>
          </a:r>
        </a:p>
      </dsp:txBody>
      <dsp:txXfrm>
        <a:off x="4940922" y="3578960"/>
        <a:ext cx="2365133" cy="14313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36347E-19C8-4CEA-BA18-C491F053045F}">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1FE029-9A94-4A07-BC23-047F397683C7}">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BA8B6D-1B80-4B17-B9BD-03EC33BC24B9}">
      <dsp:nvSpPr>
        <dsp:cNvPr id="0" name=""/>
        <dsp:cNvSpPr/>
      </dsp:nvSpPr>
      <dsp:spPr>
        <a:xfrm>
          <a:off x="1653197" y="611"/>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44550">
            <a:lnSpc>
              <a:spcPct val="90000"/>
            </a:lnSpc>
            <a:spcBef>
              <a:spcPct val="0"/>
            </a:spcBef>
            <a:spcAft>
              <a:spcPct val="35000"/>
            </a:spcAft>
            <a:buNone/>
          </a:pPr>
          <a:r>
            <a:rPr lang="en-US" sz="1900" kern="1200"/>
            <a:t>Shifts centroids toward the densest area of data points. Automatically detects number of clusters.</a:t>
          </a:r>
        </a:p>
      </dsp:txBody>
      <dsp:txXfrm>
        <a:off x="1653197" y="611"/>
        <a:ext cx="3287725" cy="1431339"/>
      </dsp:txXfrm>
    </dsp:sp>
    <dsp:sp modelId="{B162C926-A6B9-48B2-91EF-729C0905FF7E}">
      <dsp:nvSpPr>
        <dsp:cNvPr id="0" name=""/>
        <dsp:cNvSpPr/>
      </dsp:nvSpPr>
      <dsp:spPr>
        <a:xfrm>
          <a:off x="4940922" y="611"/>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22300">
            <a:lnSpc>
              <a:spcPct val="90000"/>
            </a:lnSpc>
            <a:spcBef>
              <a:spcPct val="0"/>
            </a:spcBef>
            <a:spcAft>
              <a:spcPct val="35000"/>
            </a:spcAft>
            <a:buNone/>
          </a:pPr>
          <a:r>
            <a:rPr lang="en-US" sz="1400" kern="1200"/>
            <a:t>Advantages / Limitations:</a:t>
          </a:r>
          <a:br>
            <a:rPr lang="en-US" sz="1400" kern="1200"/>
          </a:br>
          <a:r>
            <a:rPr lang="en-US" sz="1400" kern="1200"/>
            <a:t>✅ No need to predefine K</a:t>
          </a:r>
          <a:br>
            <a:rPr lang="en-US" sz="1400" kern="1200"/>
          </a:br>
          <a:r>
            <a:rPr lang="en-US" sz="1400" kern="1200"/>
            <a:t>❌ Computationally heavy</a:t>
          </a:r>
        </a:p>
      </dsp:txBody>
      <dsp:txXfrm>
        <a:off x="4940922" y="611"/>
        <a:ext cx="2365133" cy="1431339"/>
      </dsp:txXfrm>
    </dsp:sp>
    <dsp:sp modelId="{DD5BCC5D-7B38-47C4-AF7D-7AB9FA4E361A}">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B2F486-D30E-48AD-816E-0B91DA97FB99}">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73D581-18B7-4599-944A-A8C5B40EFB02}">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44550">
            <a:lnSpc>
              <a:spcPct val="90000"/>
            </a:lnSpc>
            <a:spcBef>
              <a:spcPct val="0"/>
            </a:spcBef>
            <a:spcAft>
              <a:spcPct val="35000"/>
            </a:spcAft>
            <a:buNone/>
          </a:pPr>
          <a:r>
            <a:rPr lang="en-US" sz="1900" kern="1200"/>
            <a:t>Common Use Cases: Image segmentation, tracking</a:t>
          </a:r>
        </a:p>
      </dsp:txBody>
      <dsp:txXfrm>
        <a:off x="1653197" y="1789786"/>
        <a:ext cx="5652858" cy="1431339"/>
      </dsp:txXfrm>
    </dsp:sp>
    <dsp:sp modelId="{E31646A5-6769-4CA4-B2FE-3642791E790D}">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DF4DEC-BE3F-4B5D-9A1F-749E62F2CB92}">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77688C-20E2-4FC1-9076-BD7F387CD39B}">
      <dsp:nvSpPr>
        <dsp:cNvPr id="0" name=""/>
        <dsp:cNvSpPr/>
      </dsp:nvSpPr>
      <dsp:spPr>
        <a:xfrm>
          <a:off x="1653197" y="3578960"/>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44550">
            <a:lnSpc>
              <a:spcPct val="90000"/>
            </a:lnSpc>
            <a:spcBef>
              <a:spcPct val="0"/>
            </a:spcBef>
            <a:spcAft>
              <a:spcPct val="35000"/>
            </a:spcAft>
            <a:buNone/>
          </a:pPr>
          <a:r>
            <a:rPr lang="en-US" sz="1900" kern="1200"/>
            <a:t>Example Python snippet:</a:t>
          </a:r>
        </a:p>
      </dsp:txBody>
      <dsp:txXfrm>
        <a:off x="1653197" y="3578960"/>
        <a:ext cx="3287725" cy="1431339"/>
      </dsp:txXfrm>
    </dsp:sp>
    <dsp:sp modelId="{492C8D96-03E6-472D-BAAA-418E870B8869}">
      <dsp:nvSpPr>
        <dsp:cNvPr id="0" name=""/>
        <dsp:cNvSpPr/>
      </dsp:nvSpPr>
      <dsp:spPr>
        <a:xfrm>
          <a:off x="4940922" y="3578960"/>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22300">
            <a:lnSpc>
              <a:spcPct val="90000"/>
            </a:lnSpc>
            <a:spcBef>
              <a:spcPct val="0"/>
            </a:spcBef>
            <a:spcAft>
              <a:spcPct val="35000"/>
            </a:spcAft>
            <a:buNone/>
          </a:pPr>
          <a:r>
            <a:rPr lang="en-US" sz="1400" kern="1200"/>
            <a:t>from sklearn.cluster import Mean</a:t>
          </a:r>
          <a:br>
            <a:rPr lang="en-US" sz="1400" kern="1200"/>
          </a:br>
          <a:r>
            <a:rPr lang="en-US" sz="1400" kern="1200"/>
            <a:t>model = Mean()</a:t>
          </a:r>
          <a:br>
            <a:rPr lang="en-US" sz="1400" kern="1200"/>
          </a:br>
          <a:r>
            <a:rPr lang="en-US" sz="1400" kern="1200"/>
            <a:t>model.fit(X)</a:t>
          </a:r>
        </a:p>
      </dsp:txBody>
      <dsp:txXfrm>
        <a:off x="4940922" y="3578960"/>
        <a:ext cx="2365133" cy="14313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97C097-DC1A-4C01-A926-996513B890C5}">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4E25B6-20B4-4F55-A79D-F311E9A4867D}">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913006-0914-4600-9FEE-518960F62609}">
      <dsp:nvSpPr>
        <dsp:cNvPr id="0" name=""/>
        <dsp:cNvSpPr/>
      </dsp:nvSpPr>
      <dsp:spPr>
        <a:xfrm>
          <a:off x="1653197" y="611"/>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11200">
            <a:lnSpc>
              <a:spcPct val="90000"/>
            </a:lnSpc>
            <a:spcBef>
              <a:spcPct val="0"/>
            </a:spcBef>
            <a:spcAft>
              <a:spcPct val="35000"/>
            </a:spcAft>
            <a:buNone/>
          </a:pPr>
          <a:r>
            <a:rPr lang="en-US" sz="1600" kern="1200"/>
            <a:t>Uses graph theory and eigenvalues of similarity matrices to partition data into groups. Works well for non-convex shapes.</a:t>
          </a:r>
        </a:p>
      </dsp:txBody>
      <dsp:txXfrm>
        <a:off x="1653197" y="611"/>
        <a:ext cx="3287725" cy="1431339"/>
      </dsp:txXfrm>
    </dsp:sp>
    <dsp:sp modelId="{7A1EF556-76B1-4C23-8D6B-F283F36FD48C}">
      <dsp:nvSpPr>
        <dsp:cNvPr id="0" name=""/>
        <dsp:cNvSpPr/>
      </dsp:nvSpPr>
      <dsp:spPr>
        <a:xfrm>
          <a:off x="4940922" y="611"/>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533400">
            <a:lnSpc>
              <a:spcPct val="90000"/>
            </a:lnSpc>
            <a:spcBef>
              <a:spcPct val="0"/>
            </a:spcBef>
            <a:spcAft>
              <a:spcPct val="35000"/>
            </a:spcAft>
            <a:buNone/>
          </a:pPr>
          <a:r>
            <a:rPr lang="en-US" sz="1200" kern="1200"/>
            <a:t>Advantages / Limitations:</a:t>
          </a:r>
          <a:br>
            <a:rPr lang="en-US" sz="1200" kern="1200"/>
          </a:br>
          <a:r>
            <a:rPr lang="en-US" sz="1200" kern="1200"/>
            <a:t>✅ Works with complex structures</a:t>
          </a:r>
          <a:br>
            <a:rPr lang="en-US" sz="1200" kern="1200"/>
          </a:br>
          <a:r>
            <a:rPr lang="en-US" sz="1200" kern="1200"/>
            <a:t>❌ Computationally expensive</a:t>
          </a:r>
        </a:p>
      </dsp:txBody>
      <dsp:txXfrm>
        <a:off x="4940922" y="611"/>
        <a:ext cx="2365133" cy="1431339"/>
      </dsp:txXfrm>
    </dsp:sp>
    <dsp:sp modelId="{CF4C2049-15BC-48A4-A7EF-70996CC15DCC}">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614C2F-0EE9-40B8-8413-B3B66FAA786F}">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9E82F3-AEDB-4D63-B570-C930F652CC34}">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11200">
            <a:lnSpc>
              <a:spcPct val="90000"/>
            </a:lnSpc>
            <a:spcBef>
              <a:spcPct val="0"/>
            </a:spcBef>
            <a:spcAft>
              <a:spcPct val="35000"/>
            </a:spcAft>
            <a:buNone/>
          </a:pPr>
          <a:r>
            <a:rPr lang="en-US" sz="1600" kern="1200"/>
            <a:t>Common Use Cases: Image segmentation, social network analysis</a:t>
          </a:r>
        </a:p>
      </dsp:txBody>
      <dsp:txXfrm>
        <a:off x="1653197" y="1789786"/>
        <a:ext cx="5652858" cy="1431339"/>
      </dsp:txXfrm>
    </dsp:sp>
    <dsp:sp modelId="{9443AF6C-4577-4E1A-9742-0BAB47DB0DA7}">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A1237D-CBCF-4A55-AE92-A0BA582486E3}">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38BFC4-D522-47B0-88BE-DFA4AC1ABDC2}">
      <dsp:nvSpPr>
        <dsp:cNvPr id="0" name=""/>
        <dsp:cNvSpPr/>
      </dsp:nvSpPr>
      <dsp:spPr>
        <a:xfrm>
          <a:off x="1653197" y="3578960"/>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11200">
            <a:lnSpc>
              <a:spcPct val="90000"/>
            </a:lnSpc>
            <a:spcBef>
              <a:spcPct val="0"/>
            </a:spcBef>
            <a:spcAft>
              <a:spcPct val="35000"/>
            </a:spcAft>
            <a:buNone/>
          </a:pPr>
          <a:r>
            <a:rPr lang="en-US" sz="1600" kern="1200"/>
            <a:t>Example Python snippet:</a:t>
          </a:r>
        </a:p>
      </dsp:txBody>
      <dsp:txXfrm>
        <a:off x="1653197" y="3578960"/>
        <a:ext cx="3287725" cy="1431339"/>
      </dsp:txXfrm>
    </dsp:sp>
    <dsp:sp modelId="{68F3153A-FF84-4C95-A8A3-AD02F2324C67}">
      <dsp:nvSpPr>
        <dsp:cNvPr id="0" name=""/>
        <dsp:cNvSpPr/>
      </dsp:nvSpPr>
      <dsp:spPr>
        <a:xfrm>
          <a:off x="4940922" y="3578960"/>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533400">
            <a:lnSpc>
              <a:spcPct val="90000"/>
            </a:lnSpc>
            <a:spcBef>
              <a:spcPct val="0"/>
            </a:spcBef>
            <a:spcAft>
              <a:spcPct val="35000"/>
            </a:spcAft>
            <a:buNone/>
          </a:pPr>
          <a:r>
            <a:rPr lang="en-US" sz="1200" kern="1200"/>
            <a:t>from sklearn.cluster import Spectral</a:t>
          </a:r>
          <a:br>
            <a:rPr lang="en-US" sz="1200" kern="1200"/>
          </a:br>
          <a:r>
            <a:rPr lang="en-US" sz="1200" kern="1200"/>
            <a:t>model = Spectral()</a:t>
          </a:r>
          <a:br>
            <a:rPr lang="en-US" sz="1200" kern="1200"/>
          </a:br>
          <a:r>
            <a:rPr lang="en-US" sz="1200" kern="1200"/>
            <a:t>model.fit(X)</a:t>
          </a:r>
        </a:p>
      </dsp:txBody>
      <dsp:txXfrm>
        <a:off x="4940922" y="3578960"/>
        <a:ext cx="2365133" cy="14313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27318B-1F9B-4876-A688-89195007B4CF}">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05B10A-D76C-4F56-A6D1-9EB336620EBF}">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BC6FF6-2E9D-459F-923F-1C301100ABF8}">
      <dsp:nvSpPr>
        <dsp:cNvPr id="0" name=""/>
        <dsp:cNvSpPr/>
      </dsp:nvSpPr>
      <dsp:spPr>
        <a:xfrm>
          <a:off x="1653197" y="611"/>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55650">
            <a:lnSpc>
              <a:spcPct val="90000"/>
            </a:lnSpc>
            <a:spcBef>
              <a:spcPct val="0"/>
            </a:spcBef>
            <a:spcAft>
              <a:spcPct val="35000"/>
            </a:spcAft>
            <a:buNone/>
          </a:pPr>
          <a:r>
            <a:rPr lang="en-US" sz="1700" kern="1200"/>
            <a:t>An advanced version of DBSCAN that builds a hierarchy of clusters and extracts the most stable ones.</a:t>
          </a:r>
        </a:p>
      </dsp:txBody>
      <dsp:txXfrm>
        <a:off x="1653197" y="611"/>
        <a:ext cx="3287725" cy="1431339"/>
      </dsp:txXfrm>
    </dsp:sp>
    <dsp:sp modelId="{0202A4EC-2A62-4F51-92F6-BBCD8C155E8F}">
      <dsp:nvSpPr>
        <dsp:cNvPr id="0" name=""/>
        <dsp:cNvSpPr/>
      </dsp:nvSpPr>
      <dsp:spPr>
        <a:xfrm>
          <a:off x="4940922" y="611"/>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577850">
            <a:lnSpc>
              <a:spcPct val="90000"/>
            </a:lnSpc>
            <a:spcBef>
              <a:spcPct val="0"/>
            </a:spcBef>
            <a:spcAft>
              <a:spcPct val="35000"/>
            </a:spcAft>
            <a:buNone/>
          </a:pPr>
          <a:r>
            <a:rPr lang="en-US" sz="1300" kern="1200"/>
            <a:t>Advantages / Limitations:</a:t>
          </a:r>
          <a:br>
            <a:rPr lang="en-US" sz="1300" kern="1200"/>
          </a:br>
          <a:r>
            <a:rPr lang="en-US" sz="1300" kern="1200"/>
            <a:t>✅ Handles variable density</a:t>
          </a:r>
          <a:br>
            <a:rPr lang="en-US" sz="1300" kern="1200"/>
          </a:br>
          <a:r>
            <a:rPr lang="en-US" sz="1300" kern="1200"/>
            <a:t>❌ More complex to tune</a:t>
          </a:r>
        </a:p>
      </dsp:txBody>
      <dsp:txXfrm>
        <a:off x="4940922" y="611"/>
        <a:ext cx="2365133" cy="1431339"/>
      </dsp:txXfrm>
    </dsp:sp>
    <dsp:sp modelId="{DD248EFF-E80E-447B-B738-3FD49C930647}">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54BC62-B468-415B-AD6A-8BB5C4CCE070}">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42A5A0-C3FD-4672-ADC1-C4362F12A194}">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55650">
            <a:lnSpc>
              <a:spcPct val="90000"/>
            </a:lnSpc>
            <a:spcBef>
              <a:spcPct val="0"/>
            </a:spcBef>
            <a:spcAft>
              <a:spcPct val="35000"/>
            </a:spcAft>
            <a:buNone/>
          </a:pPr>
          <a:r>
            <a:rPr lang="en-US" sz="1700" kern="1200"/>
            <a:t>Common Use Cases: Customer behavior analysis, anomaly detection</a:t>
          </a:r>
        </a:p>
      </dsp:txBody>
      <dsp:txXfrm>
        <a:off x="1653197" y="1789786"/>
        <a:ext cx="5652858" cy="1431339"/>
      </dsp:txXfrm>
    </dsp:sp>
    <dsp:sp modelId="{433EA84B-9088-4EC2-9479-9EDCEBF542C7}">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74F7AB-E5CE-4626-B3D6-C6BF4504F976}">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C9FA39-FF82-4A11-A7C4-6EA62A058049}">
      <dsp:nvSpPr>
        <dsp:cNvPr id="0" name=""/>
        <dsp:cNvSpPr/>
      </dsp:nvSpPr>
      <dsp:spPr>
        <a:xfrm>
          <a:off x="1653197" y="3578960"/>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55650">
            <a:lnSpc>
              <a:spcPct val="90000"/>
            </a:lnSpc>
            <a:spcBef>
              <a:spcPct val="0"/>
            </a:spcBef>
            <a:spcAft>
              <a:spcPct val="35000"/>
            </a:spcAft>
            <a:buNone/>
          </a:pPr>
          <a:r>
            <a:rPr lang="en-US" sz="1700" kern="1200"/>
            <a:t>Example Python snippet:</a:t>
          </a:r>
        </a:p>
      </dsp:txBody>
      <dsp:txXfrm>
        <a:off x="1653197" y="3578960"/>
        <a:ext cx="3287725" cy="1431339"/>
      </dsp:txXfrm>
    </dsp:sp>
    <dsp:sp modelId="{F38EDAD5-CBF1-4715-AF9F-55281464FBE6}">
      <dsp:nvSpPr>
        <dsp:cNvPr id="0" name=""/>
        <dsp:cNvSpPr/>
      </dsp:nvSpPr>
      <dsp:spPr>
        <a:xfrm>
          <a:off x="4940922" y="3578960"/>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577850">
            <a:lnSpc>
              <a:spcPct val="90000"/>
            </a:lnSpc>
            <a:spcBef>
              <a:spcPct val="0"/>
            </a:spcBef>
            <a:spcAft>
              <a:spcPct val="35000"/>
            </a:spcAft>
            <a:buNone/>
          </a:pPr>
          <a:r>
            <a:rPr lang="en-US" sz="1300" kern="1200"/>
            <a:t>from sklearn.cluster import HDBSCAN</a:t>
          </a:r>
          <a:br>
            <a:rPr lang="en-US" sz="1300" kern="1200"/>
          </a:br>
          <a:r>
            <a:rPr lang="en-US" sz="1300" kern="1200"/>
            <a:t>model = HDBSCAN()</a:t>
          </a:r>
          <a:br>
            <a:rPr lang="en-US" sz="1300" kern="1200"/>
          </a:br>
          <a:r>
            <a:rPr lang="en-US" sz="1300" kern="1200"/>
            <a:t>model.fit(X)</a:t>
          </a:r>
        </a:p>
      </dsp:txBody>
      <dsp:txXfrm>
        <a:off x="4940922" y="3578960"/>
        <a:ext cx="2365133" cy="14313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2AD45F-F4E4-4089-936C-6772C169A25F}">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0C28A2-4B1A-48A1-9CF6-105659F7072E}">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56AD5B-EE93-4528-A9D5-DBC7E36F1CEA}">
      <dsp:nvSpPr>
        <dsp:cNvPr id="0" name=""/>
        <dsp:cNvSpPr/>
      </dsp:nvSpPr>
      <dsp:spPr>
        <a:xfrm>
          <a:off x="1653197" y="611"/>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11200">
            <a:lnSpc>
              <a:spcPct val="90000"/>
            </a:lnSpc>
            <a:spcBef>
              <a:spcPct val="0"/>
            </a:spcBef>
            <a:spcAft>
              <a:spcPct val="35000"/>
            </a:spcAft>
            <a:buNone/>
          </a:pPr>
          <a:r>
            <a:rPr lang="en-US" sz="1600" kern="1200"/>
            <a:t>Similar to DBSCAN but creates an ordered reachability plot instead of explicit clusters, handling varying densities better.</a:t>
          </a:r>
        </a:p>
      </dsp:txBody>
      <dsp:txXfrm>
        <a:off x="1653197" y="611"/>
        <a:ext cx="3287725" cy="1431339"/>
      </dsp:txXfrm>
    </dsp:sp>
    <dsp:sp modelId="{822F33D8-20D2-406C-9CF2-00F7F0D8FBE7}">
      <dsp:nvSpPr>
        <dsp:cNvPr id="0" name=""/>
        <dsp:cNvSpPr/>
      </dsp:nvSpPr>
      <dsp:spPr>
        <a:xfrm>
          <a:off x="4940922" y="611"/>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533400">
            <a:lnSpc>
              <a:spcPct val="90000"/>
            </a:lnSpc>
            <a:spcBef>
              <a:spcPct val="0"/>
            </a:spcBef>
            <a:spcAft>
              <a:spcPct val="35000"/>
            </a:spcAft>
            <a:buNone/>
          </a:pPr>
          <a:r>
            <a:rPr lang="en-US" sz="1200" kern="1200"/>
            <a:t>Advantages / Limitations:</a:t>
          </a:r>
          <a:br>
            <a:rPr lang="en-US" sz="1200" kern="1200"/>
          </a:br>
          <a:r>
            <a:rPr lang="en-US" sz="1200" kern="1200"/>
            <a:t>✅ Handles complex densities</a:t>
          </a:r>
          <a:br>
            <a:rPr lang="en-US" sz="1200" kern="1200"/>
          </a:br>
          <a:r>
            <a:rPr lang="en-US" sz="1200" kern="1200"/>
            <a:t>❌ Harder to interpret</a:t>
          </a:r>
        </a:p>
      </dsp:txBody>
      <dsp:txXfrm>
        <a:off x="4940922" y="611"/>
        <a:ext cx="2365133" cy="1431339"/>
      </dsp:txXfrm>
    </dsp:sp>
    <dsp:sp modelId="{EAED8792-FBF0-4DA6-AC2C-322C1FD8CD01}">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6D93BE-E1FA-4684-87BD-18233D0B0A37}">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6DF5CF-01DD-4962-A24B-7C7B0B2B9283}">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11200">
            <a:lnSpc>
              <a:spcPct val="90000"/>
            </a:lnSpc>
            <a:spcBef>
              <a:spcPct val="0"/>
            </a:spcBef>
            <a:spcAft>
              <a:spcPct val="35000"/>
            </a:spcAft>
            <a:buNone/>
          </a:pPr>
          <a:r>
            <a:rPr lang="en-US" sz="1600" kern="1200"/>
            <a:t>Common Use Cases: Geospatial analysis, anomaly detection</a:t>
          </a:r>
        </a:p>
      </dsp:txBody>
      <dsp:txXfrm>
        <a:off x="1653197" y="1789786"/>
        <a:ext cx="5652858" cy="1431339"/>
      </dsp:txXfrm>
    </dsp:sp>
    <dsp:sp modelId="{B30A3CF0-9967-4F92-A745-38D066C19022}">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AE6D66-53C0-49F0-BAA3-5F564984E32C}">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D9D770-283E-4731-9F99-FF61C9E0AEB3}">
      <dsp:nvSpPr>
        <dsp:cNvPr id="0" name=""/>
        <dsp:cNvSpPr/>
      </dsp:nvSpPr>
      <dsp:spPr>
        <a:xfrm>
          <a:off x="1653197" y="3578960"/>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711200">
            <a:lnSpc>
              <a:spcPct val="90000"/>
            </a:lnSpc>
            <a:spcBef>
              <a:spcPct val="0"/>
            </a:spcBef>
            <a:spcAft>
              <a:spcPct val="35000"/>
            </a:spcAft>
            <a:buNone/>
          </a:pPr>
          <a:r>
            <a:rPr lang="en-US" sz="1600" kern="1200"/>
            <a:t>Example Python snippet:</a:t>
          </a:r>
        </a:p>
      </dsp:txBody>
      <dsp:txXfrm>
        <a:off x="1653197" y="3578960"/>
        <a:ext cx="3287725" cy="1431339"/>
      </dsp:txXfrm>
    </dsp:sp>
    <dsp:sp modelId="{868CFD9E-5C7D-478F-892F-28F8EDA8DBD0}">
      <dsp:nvSpPr>
        <dsp:cNvPr id="0" name=""/>
        <dsp:cNvSpPr/>
      </dsp:nvSpPr>
      <dsp:spPr>
        <a:xfrm>
          <a:off x="4940922" y="3578960"/>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533400">
            <a:lnSpc>
              <a:spcPct val="90000"/>
            </a:lnSpc>
            <a:spcBef>
              <a:spcPct val="0"/>
            </a:spcBef>
            <a:spcAft>
              <a:spcPct val="35000"/>
            </a:spcAft>
            <a:buNone/>
          </a:pPr>
          <a:r>
            <a:rPr lang="en-US" sz="1200" kern="1200"/>
            <a:t>from sklearn.cluster import OPTICS</a:t>
          </a:r>
          <a:br>
            <a:rPr lang="en-US" sz="1200" kern="1200"/>
          </a:br>
          <a:r>
            <a:rPr lang="en-US" sz="1200" kern="1200"/>
            <a:t>model = OPTICS()</a:t>
          </a:r>
          <a:br>
            <a:rPr lang="en-US" sz="1200" kern="1200"/>
          </a:br>
          <a:r>
            <a:rPr lang="en-US" sz="1200" kern="1200"/>
            <a:t>model.fit(X)</a:t>
          </a:r>
        </a:p>
      </dsp:txBody>
      <dsp:txXfrm>
        <a:off x="4940922" y="3578960"/>
        <a:ext cx="2365133" cy="143133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3D7114-0603-4733-A8A2-F1E7F4C7B833}">
      <dsp:nvSpPr>
        <dsp:cNvPr id="0" name=""/>
        <dsp:cNvSpPr/>
      </dsp:nvSpPr>
      <dsp:spPr>
        <a:xfrm>
          <a:off x="0" y="611"/>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DBE6E4-60EA-4017-AA35-75CA2B09AE5C}">
      <dsp:nvSpPr>
        <dsp:cNvPr id="0" name=""/>
        <dsp:cNvSpPr/>
      </dsp:nvSpPr>
      <dsp:spPr>
        <a:xfrm>
          <a:off x="432980" y="322663"/>
          <a:ext cx="787236" cy="78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34F4AF-2B0B-40D7-90AA-849130686F0C}">
      <dsp:nvSpPr>
        <dsp:cNvPr id="0" name=""/>
        <dsp:cNvSpPr/>
      </dsp:nvSpPr>
      <dsp:spPr>
        <a:xfrm>
          <a:off x="1653197" y="611"/>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44550">
            <a:lnSpc>
              <a:spcPct val="90000"/>
            </a:lnSpc>
            <a:spcBef>
              <a:spcPct val="0"/>
            </a:spcBef>
            <a:spcAft>
              <a:spcPct val="35000"/>
            </a:spcAft>
            <a:buNone/>
          </a:pPr>
          <a:r>
            <a:rPr lang="en-US" sz="1900" kern="1200"/>
            <a:t>Incremental clustering algorithm using a tree structure (CF tree) to handle large datasets efficiently.</a:t>
          </a:r>
        </a:p>
      </dsp:txBody>
      <dsp:txXfrm>
        <a:off x="1653197" y="611"/>
        <a:ext cx="3287725" cy="1431339"/>
      </dsp:txXfrm>
    </dsp:sp>
    <dsp:sp modelId="{8BC7CD6D-D1BA-48A6-B4BD-4056FB2E5D2D}">
      <dsp:nvSpPr>
        <dsp:cNvPr id="0" name=""/>
        <dsp:cNvSpPr/>
      </dsp:nvSpPr>
      <dsp:spPr>
        <a:xfrm>
          <a:off x="4940922" y="611"/>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22300">
            <a:lnSpc>
              <a:spcPct val="90000"/>
            </a:lnSpc>
            <a:spcBef>
              <a:spcPct val="0"/>
            </a:spcBef>
            <a:spcAft>
              <a:spcPct val="35000"/>
            </a:spcAft>
            <a:buNone/>
          </a:pPr>
          <a:r>
            <a:rPr lang="en-US" sz="1400" kern="1200"/>
            <a:t>Advantages / Limitations:</a:t>
          </a:r>
          <a:br>
            <a:rPr lang="en-US" sz="1400" kern="1200"/>
          </a:br>
          <a:r>
            <a:rPr lang="en-US" sz="1400" kern="1200"/>
            <a:t>✅ Scales well for big data</a:t>
          </a:r>
          <a:br>
            <a:rPr lang="en-US" sz="1400" kern="1200"/>
          </a:br>
          <a:r>
            <a:rPr lang="en-US" sz="1400" kern="1200"/>
            <a:t>❌ Sensitive to input order</a:t>
          </a:r>
        </a:p>
      </dsp:txBody>
      <dsp:txXfrm>
        <a:off x="4940922" y="611"/>
        <a:ext cx="2365133" cy="1431339"/>
      </dsp:txXfrm>
    </dsp:sp>
    <dsp:sp modelId="{81B4CCDA-60E6-499E-8385-99086F4C8F17}">
      <dsp:nvSpPr>
        <dsp:cNvPr id="0" name=""/>
        <dsp:cNvSpPr/>
      </dsp:nvSpPr>
      <dsp:spPr>
        <a:xfrm>
          <a:off x="0" y="1789786"/>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E8E419-5446-4453-A372-2E4F3BD97041}">
      <dsp:nvSpPr>
        <dsp:cNvPr id="0" name=""/>
        <dsp:cNvSpPr/>
      </dsp:nvSpPr>
      <dsp:spPr>
        <a:xfrm>
          <a:off x="432980" y="2111837"/>
          <a:ext cx="787236" cy="78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416B3D-CABB-44ED-BCA7-9DE8FFAB8EF4}">
      <dsp:nvSpPr>
        <dsp:cNvPr id="0" name=""/>
        <dsp:cNvSpPr/>
      </dsp:nvSpPr>
      <dsp:spPr>
        <a:xfrm>
          <a:off x="1653197" y="1789786"/>
          <a:ext cx="5652858"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44550">
            <a:lnSpc>
              <a:spcPct val="90000"/>
            </a:lnSpc>
            <a:spcBef>
              <a:spcPct val="0"/>
            </a:spcBef>
            <a:spcAft>
              <a:spcPct val="35000"/>
            </a:spcAft>
            <a:buNone/>
          </a:pPr>
          <a:r>
            <a:rPr lang="en-US" sz="1900" kern="1200"/>
            <a:t>Common Use Cases: IoT data analysis, log pattern detection</a:t>
          </a:r>
        </a:p>
      </dsp:txBody>
      <dsp:txXfrm>
        <a:off x="1653197" y="1789786"/>
        <a:ext cx="5652858" cy="1431339"/>
      </dsp:txXfrm>
    </dsp:sp>
    <dsp:sp modelId="{23D97D52-8A12-4108-B9D1-61CD38B98F97}">
      <dsp:nvSpPr>
        <dsp:cNvPr id="0" name=""/>
        <dsp:cNvSpPr/>
      </dsp:nvSpPr>
      <dsp:spPr>
        <a:xfrm>
          <a:off x="0" y="3578960"/>
          <a:ext cx="7306056" cy="143133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9FC2D7-93B9-4CB2-8AE6-DB86C87A6B01}">
      <dsp:nvSpPr>
        <dsp:cNvPr id="0" name=""/>
        <dsp:cNvSpPr/>
      </dsp:nvSpPr>
      <dsp:spPr>
        <a:xfrm>
          <a:off x="432980" y="3901012"/>
          <a:ext cx="787236" cy="787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F448DF-F8F5-4233-884B-D86C8B5F39F9}">
      <dsp:nvSpPr>
        <dsp:cNvPr id="0" name=""/>
        <dsp:cNvSpPr/>
      </dsp:nvSpPr>
      <dsp:spPr>
        <a:xfrm>
          <a:off x="1653197" y="3578960"/>
          <a:ext cx="3287725"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844550">
            <a:lnSpc>
              <a:spcPct val="90000"/>
            </a:lnSpc>
            <a:spcBef>
              <a:spcPct val="0"/>
            </a:spcBef>
            <a:spcAft>
              <a:spcPct val="35000"/>
            </a:spcAft>
            <a:buNone/>
          </a:pPr>
          <a:r>
            <a:rPr lang="en-US" sz="1900" kern="1200"/>
            <a:t>Example Python snippet:</a:t>
          </a:r>
        </a:p>
      </dsp:txBody>
      <dsp:txXfrm>
        <a:off x="1653197" y="3578960"/>
        <a:ext cx="3287725" cy="1431339"/>
      </dsp:txXfrm>
    </dsp:sp>
    <dsp:sp modelId="{D8914915-2728-4B35-9A3E-29C75A90B62C}">
      <dsp:nvSpPr>
        <dsp:cNvPr id="0" name=""/>
        <dsp:cNvSpPr/>
      </dsp:nvSpPr>
      <dsp:spPr>
        <a:xfrm>
          <a:off x="4940922" y="3578960"/>
          <a:ext cx="2365133" cy="1431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83" tIns="151483" rIns="151483" bIns="151483" numCol="1" spcCol="1270" anchor="ctr" anchorCtr="0">
          <a:noAutofit/>
        </a:bodyPr>
        <a:lstStyle/>
        <a:p>
          <a:pPr marL="0" lvl="0" indent="0" algn="l" defTabSz="622300">
            <a:lnSpc>
              <a:spcPct val="90000"/>
            </a:lnSpc>
            <a:spcBef>
              <a:spcPct val="0"/>
            </a:spcBef>
            <a:spcAft>
              <a:spcPct val="35000"/>
            </a:spcAft>
            <a:buNone/>
          </a:pPr>
          <a:r>
            <a:rPr lang="en-US" sz="1400" kern="1200"/>
            <a:t>from sklearn.cluster import BIRCH</a:t>
          </a:r>
          <a:br>
            <a:rPr lang="en-US" sz="1400" kern="1200"/>
          </a:br>
          <a:r>
            <a:rPr lang="en-US" sz="1400" kern="1200"/>
            <a:t>model = BIRCH()</a:t>
          </a:r>
          <a:br>
            <a:rPr lang="en-US" sz="1400" kern="1200"/>
          </a:br>
          <a:r>
            <a:rPr lang="en-US" sz="1400" kern="1200"/>
            <a:t>model.fit(X)</a:t>
          </a:r>
        </a:p>
      </dsp:txBody>
      <dsp:txXfrm>
        <a:off x="4940922" y="3578960"/>
        <a:ext cx="2365133" cy="143133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74853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45121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8279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79989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15240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05206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91703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9325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8337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64845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10/16/2025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03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10/16/2025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36178519"/>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Video 3" descr="Math And Science Formulas">
            <a:extLst>
              <a:ext uri="{FF2B5EF4-FFF2-40B4-BE49-F238E27FC236}">
                <a16:creationId xmlns:a16="http://schemas.microsoft.com/office/drawing/2014/main" id="{7109F49A-11D6-526D-3D0A-98A0E55B25F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59" r="-1" b="-1"/>
          <a:stretch>
            <a:fillRect/>
          </a:stretch>
        </p:blipFill>
        <p:spPr>
          <a:xfrm>
            <a:off x="20" y="10"/>
            <a:ext cx="12188932" cy="6857990"/>
          </a:xfrm>
          <a:prstGeom prst="rect">
            <a:avLst/>
          </a:prstGeom>
        </p:spPr>
      </p:pic>
      <p:sp>
        <p:nvSpPr>
          <p:cNvPr id="11" name="Rectangle 10">
            <a:extLst>
              <a:ext uri="{FF2B5EF4-FFF2-40B4-BE49-F238E27FC236}">
                <a16:creationId xmlns:a16="http://schemas.microsoft.com/office/drawing/2014/main" id="{475D337E-317A-4DE5-A744-F0371BBDA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944761"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E9644A-3039-5045-7F4D-2C37D149CE0A}"/>
              </a:ext>
            </a:extLst>
          </p:cNvPr>
          <p:cNvSpPr>
            <a:spLocks noGrp="1"/>
          </p:cNvSpPr>
          <p:nvPr>
            <p:ph type="ctrTitle"/>
          </p:nvPr>
        </p:nvSpPr>
        <p:spPr>
          <a:xfrm>
            <a:off x="6652948" y="971397"/>
            <a:ext cx="5040784" cy="2333778"/>
          </a:xfrm>
        </p:spPr>
        <p:txBody>
          <a:bodyPr anchor="t">
            <a:normAutofit/>
          </a:bodyPr>
          <a:lstStyle/>
          <a:p>
            <a:pPr algn="r">
              <a:lnSpc>
                <a:spcPct val="90000"/>
              </a:lnSpc>
            </a:pPr>
            <a:r>
              <a:rPr lang="en-US" sz="5100" b="1">
                <a:solidFill>
                  <a:srgbClr val="FFFFFF"/>
                </a:solidFill>
                <a:latin typeface="Aldhabi" panose="01000000000000000000" pitchFamily="2" charset="-78"/>
                <a:cs typeface="Aldhabi" panose="01000000000000000000" pitchFamily="2" charset="-78"/>
              </a:rPr>
              <a:t>Clustering Algorithms in Unsupervised Machine Learning</a:t>
            </a:r>
            <a:endParaRPr lang="en-IN" sz="5100">
              <a:solidFill>
                <a:srgbClr val="FFFFFF"/>
              </a:solidFill>
              <a:latin typeface="Aldhabi" panose="01000000000000000000" pitchFamily="2" charset="-78"/>
              <a:cs typeface="Aldhabi" panose="01000000000000000000" pitchFamily="2" charset="-78"/>
            </a:endParaRPr>
          </a:p>
        </p:txBody>
      </p:sp>
      <p:sp>
        <p:nvSpPr>
          <p:cNvPr id="13" name="Rectangle 12">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2947"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72418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082E5AA-6E5F-4FCC-8C41-11E32F833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76EF44-23A1-28B6-760B-1490C6EE691C}"/>
              </a:ext>
            </a:extLst>
          </p:cNvPr>
          <p:cNvSpPr>
            <a:spLocks noGrp="1"/>
          </p:cNvSpPr>
          <p:nvPr>
            <p:ph type="title"/>
          </p:nvPr>
        </p:nvSpPr>
        <p:spPr>
          <a:xfrm>
            <a:off x="521208" y="978408"/>
            <a:ext cx="5102352" cy="1664208"/>
          </a:xfrm>
        </p:spPr>
        <p:txBody>
          <a:bodyPr>
            <a:normAutofit/>
          </a:bodyPr>
          <a:lstStyle/>
          <a:p>
            <a:r>
              <a:rPr lang="en-US" dirty="0"/>
              <a:t>agenda</a:t>
            </a:r>
            <a:endParaRPr lang="en-IN" dirty="0"/>
          </a:p>
        </p:txBody>
      </p:sp>
      <p:sp>
        <p:nvSpPr>
          <p:cNvPr id="12" name="Rectangle 11">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5622" y="612648"/>
            <a:ext cx="551383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Laptop Secure">
            <a:extLst>
              <a:ext uri="{FF2B5EF4-FFF2-40B4-BE49-F238E27FC236}">
                <a16:creationId xmlns:a16="http://schemas.microsoft.com/office/drawing/2014/main" id="{E0E38192-487B-54CB-8E56-EE576ABD47F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8419" y="2834640"/>
            <a:ext cx="3511296" cy="3511296"/>
          </a:xfrm>
          <a:prstGeom prst="rect">
            <a:avLst/>
          </a:prstGeom>
        </p:spPr>
      </p:pic>
      <p:sp>
        <p:nvSpPr>
          <p:cNvPr id="13" name="Content Placeholder 2">
            <a:extLst>
              <a:ext uri="{FF2B5EF4-FFF2-40B4-BE49-F238E27FC236}">
                <a16:creationId xmlns:a16="http://schemas.microsoft.com/office/drawing/2014/main" id="{A6EECF5A-8100-C630-9D1D-55C328E3970B}"/>
              </a:ext>
            </a:extLst>
          </p:cNvPr>
          <p:cNvSpPr>
            <a:spLocks noGrp="1"/>
          </p:cNvSpPr>
          <p:nvPr>
            <p:ph idx="1"/>
          </p:nvPr>
        </p:nvSpPr>
        <p:spPr>
          <a:xfrm>
            <a:off x="5539053" y="978408"/>
            <a:ext cx="6408108" cy="5367528"/>
          </a:xfrm>
        </p:spPr>
        <p:txBody>
          <a:bodyPr>
            <a:normAutofit/>
          </a:bodyPr>
          <a:lstStyle/>
          <a:p>
            <a:pPr fontAlgn="t">
              <a:buFont typeface="Wingdings" panose="05000000000000000000" pitchFamily="2" charset="2"/>
              <a:buChar char="ü"/>
            </a:pPr>
            <a:r>
              <a:rPr lang="en-US" b="1" dirty="0"/>
              <a:t>Introduction</a:t>
            </a:r>
            <a:endParaRPr lang="en-IN" dirty="0"/>
          </a:p>
          <a:p>
            <a:pPr>
              <a:buFont typeface="Wingdings" panose="05000000000000000000" pitchFamily="2" charset="2"/>
              <a:buChar char="ü"/>
            </a:pPr>
            <a:r>
              <a:rPr lang="en-US" b="1" dirty="0"/>
              <a:t>K-Means Clustering</a:t>
            </a:r>
            <a:endParaRPr lang="en-IN" dirty="0"/>
          </a:p>
          <a:p>
            <a:pPr fontAlgn="b">
              <a:buFont typeface="Wingdings" panose="05000000000000000000" pitchFamily="2" charset="2"/>
              <a:buChar char="ü"/>
            </a:pPr>
            <a:r>
              <a:rPr lang="en-US" b="1" dirty="0"/>
              <a:t>Hierarchical Clustering</a:t>
            </a:r>
            <a:endParaRPr lang="en-IN" dirty="0"/>
          </a:p>
          <a:p>
            <a:pPr>
              <a:buFont typeface="Wingdings" panose="05000000000000000000" pitchFamily="2" charset="2"/>
              <a:buChar char="ü"/>
            </a:pPr>
            <a:r>
              <a:rPr lang="en-US" b="1" dirty="0"/>
              <a:t>DBSCAN (Density-Based Spatial Clustering)</a:t>
            </a:r>
            <a:endParaRPr lang="en-IN" dirty="0"/>
          </a:p>
          <a:p>
            <a:pPr>
              <a:buFont typeface="Wingdings" panose="05000000000000000000" pitchFamily="2" charset="2"/>
              <a:buChar char="ü"/>
            </a:pPr>
            <a:r>
              <a:rPr lang="en-US" b="1" dirty="0"/>
              <a:t>Mean Shift Clustering</a:t>
            </a:r>
            <a:endParaRPr lang="en-IN" dirty="0"/>
          </a:p>
          <a:p>
            <a:pPr>
              <a:buFont typeface="Wingdings" panose="05000000000000000000" pitchFamily="2" charset="2"/>
              <a:buChar char="ü"/>
            </a:pPr>
            <a:r>
              <a:rPr lang="en-US" b="1" dirty="0"/>
              <a:t>Spectral Clustering</a:t>
            </a:r>
            <a:endParaRPr lang="en-IN" dirty="0"/>
          </a:p>
          <a:p>
            <a:pPr>
              <a:buFont typeface="Wingdings" panose="05000000000000000000" pitchFamily="2" charset="2"/>
              <a:buChar char="ü"/>
            </a:pPr>
            <a:r>
              <a:rPr lang="en-US" b="1" dirty="0"/>
              <a:t>HDBSCAN (Hierarchical DBSCAN)</a:t>
            </a:r>
            <a:endParaRPr lang="en-IN" dirty="0"/>
          </a:p>
          <a:p>
            <a:pPr>
              <a:buFont typeface="Wingdings" panose="05000000000000000000" pitchFamily="2" charset="2"/>
              <a:buChar char="ü"/>
            </a:pPr>
            <a:r>
              <a:rPr lang="en-US" b="1" dirty="0"/>
              <a:t>OPTICS (Ordering Points to Identify Clustering Structure)</a:t>
            </a:r>
            <a:endParaRPr lang="en-IN" dirty="0"/>
          </a:p>
          <a:p>
            <a:pPr>
              <a:buFont typeface="Wingdings" panose="05000000000000000000" pitchFamily="2" charset="2"/>
              <a:buChar char="ü"/>
            </a:pPr>
            <a:r>
              <a:rPr lang="en-US" b="1" dirty="0"/>
              <a:t>BIRCH (Balanced Iterative Reducing and Clustering using Hierarchies)</a:t>
            </a:r>
            <a:endParaRPr lang="en-IN" dirty="0"/>
          </a:p>
          <a:p>
            <a:pPr>
              <a:buFont typeface="Wingdings" panose="05000000000000000000" pitchFamily="2" charset="2"/>
              <a:buChar char="ü"/>
            </a:pPr>
            <a:r>
              <a:rPr lang="en-US" b="1" dirty="0"/>
              <a:t>Comparative Summary</a:t>
            </a:r>
            <a:endParaRPr lang="en-IN" dirty="0"/>
          </a:p>
          <a:p>
            <a:endParaRPr lang="en-IN" dirty="0"/>
          </a:p>
        </p:txBody>
      </p:sp>
    </p:spTree>
    <p:extLst>
      <p:ext uri="{BB962C8B-B14F-4D97-AF65-F5344CB8AC3E}">
        <p14:creationId xmlns:p14="http://schemas.microsoft.com/office/powerpoint/2010/main" val="3697114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8F8FA0A4-9AFA-F1CB-49A9-3C6C6A26E685}"/>
              </a:ext>
            </a:extLst>
          </p:cNvPr>
          <p:cNvSpPr>
            <a:spLocks noGrp="1"/>
          </p:cNvSpPr>
          <p:nvPr>
            <p:ph type="title"/>
          </p:nvPr>
        </p:nvSpPr>
        <p:spPr>
          <a:xfrm>
            <a:off x="521208" y="978408"/>
            <a:ext cx="4672584" cy="1783080"/>
          </a:xfrm>
        </p:spPr>
        <p:txBody>
          <a:bodyPr>
            <a:normAutofit/>
          </a:bodyPr>
          <a:lstStyle/>
          <a:p>
            <a:r>
              <a:rPr lang="en-US" dirty="0"/>
              <a:t>1. Introduction</a:t>
            </a:r>
            <a:endParaRPr lang="en-IN" dirty="0"/>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4" name="Rectangle 13">
            <a:extLst>
              <a:ext uri="{FF2B5EF4-FFF2-40B4-BE49-F238E27FC236}">
                <a16:creationId xmlns:a16="http://schemas.microsoft.com/office/drawing/2014/main" id="{759AF1ED-B4DF-4FC4-0966-1A758E6CA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35582" y="611650"/>
            <a:ext cx="583387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7" name="Graphic 6" descr="Database">
            <a:extLst>
              <a:ext uri="{FF2B5EF4-FFF2-40B4-BE49-F238E27FC236}">
                <a16:creationId xmlns:a16="http://schemas.microsoft.com/office/drawing/2014/main" id="{B5F90725-8F64-8977-81D8-828738EDD9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7867" y="3152503"/>
            <a:ext cx="3193501" cy="3193501"/>
          </a:xfrm>
          <a:prstGeom prst="rect">
            <a:avLst/>
          </a:prstGeom>
        </p:spPr>
      </p:pic>
      <p:sp>
        <p:nvSpPr>
          <p:cNvPr id="3" name="Content Placeholder 2">
            <a:extLst>
              <a:ext uri="{FF2B5EF4-FFF2-40B4-BE49-F238E27FC236}">
                <a16:creationId xmlns:a16="http://schemas.microsoft.com/office/drawing/2014/main" id="{0EF73F00-8BFA-1265-2E2B-22969E42A4D6}"/>
              </a:ext>
            </a:extLst>
          </p:cNvPr>
          <p:cNvSpPr>
            <a:spLocks noGrp="1"/>
          </p:cNvSpPr>
          <p:nvPr>
            <p:ph idx="1"/>
          </p:nvPr>
        </p:nvSpPr>
        <p:spPr>
          <a:xfrm>
            <a:off x="5843016" y="1033272"/>
            <a:ext cx="5833872" cy="5312664"/>
          </a:xfrm>
        </p:spPr>
        <p:txBody>
          <a:bodyPr>
            <a:normAutofit/>
          </a:bodyPr>
          <a:lstStyle/>
          <a:p>
            <a:br>
              <a:rPr lang="en-US" b="1" dirty="0"/>
            </a:br>
            <a:br>
              <a:rPr lang="en-IN" b="1" dirty="0"/>
            </a:br>
            <a:r>
              <a:rPr lang="en-US" dirty="0"/>
              <a:t>Clustering is an unsupervised machine learning technique used to group similar data points into clusters without using labeled data. It helps discover patterns, customer segments, or anomalies in large datasets. The objective is to maximize similarity within clusters and minimize similarity between clusters.</a:t>
            </a:r>
            <a:endParaRPr lang="en-IN" dirty="0"/>
          </a:p>
        </p:txBody>
      </p:sp>
    </p:spTree>
    <p:extLst>
      <p:ext uri="{BB962C8B-B14F-4D97-AF65-F5344CB8AC3E}">
        <p14:creationId xmlns:p14="http://schemas.microsoft.com/office/powerpoint/2010/main" val="2296462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5D2831-E42B-7944-AD9E-15985F2B4874}"/>
              </a:ext>
            </a:extLst>
          </p:cNvPr>
          <p:cNvSpPr>
            <a:spLocks noGrp="1"/>
          </p:cNvSpPr>
          <p:nvPr>
            <p:ph type="title"/>
          </p:nvPr>
        </p:nvSpPr>
        <p:spPr>
          <a:xfrm>
            <a:off x="521208" y="978408"/>
            <a:ext cx="3154680" cy="4069080"/>
          </a:xfrm>
        </p:spPr>
        <p:txBody>
          <a:bodyPr>
            <a:normAutofit/>
          </a:bodyPr>
          <a:lstStyle/>
          <a:p>
            <a:r>
              <a:rPr lang="en-US" sz="4000"/>
              <a:t>K-Means Clustering</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721B2A1-2751-832C-0BDF-F01DD3C4CCC5}"/>
              </a:ext>
            </a:extLst>
          </p:cNvPr>
          <p:cNvGraphicFramePr>
            <a:graphicFrameLocks noGrp="1"/>
          </p:cNvGraphicFramePr>
          <p:nvPr>
            <p:ph idx="1"/>
            <p:extLst>
              <p:ext uri="{D42A27DB-BD31-4B8C-83A1-F6EECF244321}">
                <p14:modId xmlns:p14="http://schemas.microsoft.com/office/powerpoint/2010/main" val="999360405"/>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7040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B0BF57-74B4-CF92-1838-61719D7501CC}"/>
              </a:ext>
            </a:extLst>
          </p:cNvPr>
          <p:cNvSpPr>
            <a:spLocks noGrp="1"/>
          </p:cNvSpPr>
          <p:nvPr>
            <p:ph type="title"/>
          </p:nvPr>
        </p:nvSpPr>
        <p:spPr>
          <a:xfrm>
            <a:off x="521208" y="978408"/>
            <a:ext cx="4288536" cy="3364992"/>
          </a:xfrm>
        </p:spPr>
        <p:txBody>
          <a:bodyPr>
            <a:normAutofit/>
          </a:bodyPr>
          <a:lstStyle/>
          <a:p>
            <a:r>
              <a:rPr lang="en-US"/>
              <a:t>Hierarchical Clustering</a:t>
            </a:r>
            <a:br>
              <a:rPr lang="en-IN"/>
            </a:br>
            <a:endParaRPr lang="en-IN"/>
          </a:p>
        </p:txBody>
      </p:sp>
      <p:sp>
        <p:nvSpPr>
          <p:cNvPr id="20" name="Rectangle 19">
            <a:extLst>
              <a:ext uri="{FF2B5EF4-FFF2-40B4-BE49-F238E27FC236}">
                <a16:creationId xmlns:a16="http://schemas.microsoft.com/office/drawing/2014/main" id="{A91E908F-EF1E-2FDB-BE4D-3F4C56B2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7A2980E-8F82-6B7D-A838-277407403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7C6B90B-3AC1-5343-7A59-381646FD7CC4}"/>
              </a:ext>
            </a:extLst>
          </p:cNvPr>
          <p:cNvGraphicFramePr>
            <a:graphicFrameLocks noGrp="1"/>
          </p:cNvGraphicFramePr>
          <p:nvPr>
            <p:ph idx="1"/>
            <p:extLst>
              <p:ext uri="{D42A27DB-BD31-4B8C-83A1-F6EECF244321}">
                <p14:modId xmlns:p14="http://schemas.microsoft.com/office/powerpoint/2010/main" val="294473674"/>
              </p:ext>
            </p:extLst>
          </p:nvPr>
        </p:nvGraphicFramePr>
        <p:xfrm>
          <a:off x="5532120" y="978408"/>
          <a:ext cx="6144768"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6441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E4251A-686D-8FE3-D592-CD8CF9F2AA32}"/>
              </a:ext>
            </a:extLst>
          </p:cNvPr>
          <p:cNvSpPr>
            <a:spLocks noGrp="1"/>
          </p:cNvSpPr>
          <p:nvPr>
            <p:ph type="title"/>
          </p:nvPr>
        </p:nvSpPr>
        <p:spPr>
          <a:xfrm>
            <a:off x="521208" y="978408"/>
            <a:ext cx="3154680" cy="4069080"/>
          </a:xfrm>
        </p:spPr>
        <p:txBody>
          <a:bodyPr>
            <a:normAutofit/>
          </a:bodyPr>
          <a:lstStyle/>
          <a:p>
            <a:r>
              <a:rPr lang="en-US" sz="4000" dirty="0"/>
              <a:t>DBSCAN (Density-Based Spatial Clustering)</a:t>
            </a:r>
            <a:br>
              <a:rPr lang="en-IN" sz="4000" dirty="0"/>
            </a:br>
            <a:endParaRPr lang="en-IN" sz="4000" dirty="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05C783C-D42C-07EE-9CE0-BF2D6DF28D98}"/>
              </a:ext>
            </a:extLst>
          </p:cNvPr>
          <p:cNvGraphicFramePr>
            <a:graphicFrameLocks noGrp="1"/>
          </p:cNvGraphicFramePr>
          <p:nvPr>
            <p:ph idx="1"/>
            <p:extLst>
              <p:ext uri="{D42A27DB-BD31-4B8C-83A1-F6EECF244321}">
                <p14:modId xmlns:p14="http://schemas.microsoft.com/office/powerpoint/2010/main" val="358252219"/>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5923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02FA98-D777-E5D9-F026-D640FE8CE662}"/>
              </a:ext>
            </a:extLst>
          </p:cNvPr>
          <p:cNvSpPr>
            <a:spLocks noGrp="1"/>
          </p:cNvSpPr>
          <p:nvPr>
            <p:ph type="title"/>
          </p:nvPr>
        </p:nvSpPr>
        <p:spPr>
          <a:xfrm>
            <a:off x="521208" y="978408"/>
            <a:ext cx="3154680" cy="4069080"/>
          </a:xfrm>
        </p:spPr>
        <p:txBody>
          <a:bodyPr>
            <a:normAutofit/>
          </a:bodyPr>
          <a:lstStyle/>
          <a:p>
            <a:r>
              <a:rPr lang="en-US" sz="4000"/>
              <a:t>Mean Shift Clustering</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E94CF4F-8F81-383E-2E3D-DFD2F89D8C27}"/>
              </a:ext>
            </a:extLst>
          </p:cNvPr>
          <p:cNvGraphicFramePr>
            <a:graphicFrameLocks noGrp="1"/>
          </p:cNvGraphicFramePr>
          <p:nvPr>
            <p:ph idx="1"/>
            <p:extLst>
              <p:ext uri="{D42A27DB-BD31-4B8C-83A1-F6EECF244321}">
                <p14:modId xmlns:p14="http://schemas.microsoft.com/office/powerpoint/2010/main" val="1324505044"/>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0320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B04965-0DEF-BA6A-9AD0-466CD9DC0ABA}"/>
              </a:ext>
            </a:extLst>
          </p:cNvPr>
          <p:cNvSpPr>
            <a:spLocks noGrp="1"/>
          </p:cNvSpPr>
          <p:nvPr>
            <p:ph type="title"/>
          </p:nvPr>
        </p:nvSpPr>
        <p:spPr>
          <a:xfrm>
            <a:off x="521208" y="978408"/>
            <a:ext cx="3154680" cy="4069080"/>
          </a:xfrm>
        </p:spPr>
        <p:txBody>
          <a:bodyPr>
            <a:normAutofit/>
          </a:bodyPr>
          <a:lstStyle/>
          <a:p>
            <a:r>
              <a:rPr lang="en-US" sz="4000"/>
              <a:t>Spectral Clustering</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2F9CB89-BFBD-C354-CEEF-7FC30C395892}"/>
              </a:ext>
            </a:extLst>
          </p:cNvPr>
          <p:cNvGraphicFramePr>
            <a:graphicFrameLocks noGrp="1"/>
          </p:cNvGraphicFramePr>
          <p:nvPr>
            <p:ph idx="1"/>
            <p:extLst>
              <p:ext uri="{D42A27DB-BD31-4B8C-83A1-F6EECF244321}">
                <p14:modId xmlns:p14="http://schemas.microsoft.com/office/powerpoint/2010/main" val="573297651"/>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45184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44C0F1-2A65-A458-D685-5D077AD70CDC}"/>
              </a:ext>
            </a:extLst>
          </p:cNvPr>
          <p:cNvSpPr>
            <a:spLocks noGrp="1"/>
          </p:cNvSpPr>
          <p:nvPr>
            <p:ph type="title"/>
          </p:nvPr>
        </p:nvSpPr>
        <p:spPr>
          <a:xfrm>
            <a:off x="521208" y="978408"/>
            <a:ext cx="3154680" cy="4069080"/>
          </a:xfrm>
        </p:spPr>
        <p:txBody>
          <a:bodyPr>
            <a:normAutofit/>
          </a:bodyPr>
          <a:lstStyle/>
          <a:p>
            <a:r>
              <a:rPr lang="en-US" sz="3700"/>
              <a:t>HDBSCAN (Hierarchical DBSCAN)</a:t>
            </a:r>
            <a:br>
              <a:rPr lang="en-IN" sz="3700"/>
            </a:br>
            <a:endParaRPr lang="en-IN" sz="37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14B72ED-FDFE-B8A5-003C-50B140A12A35}"/>
              </a:ext>
            </a:extLst>
          </p:cNvPr>
          <p:cNvGraphicFramePr>
            <a:graphicFrameLocks noGrp="1"/>
          </p:cNvGraphicFramePr>
          <p:nvPr>
            <p:ph idx="1"/>
            <p:extLst>
              <p:ext uri="{D42A27DB-BD31-4B8C-83A1-F6EECF244321}">
                <p14:modId xmlns:p14="http://schemas.microsoft.com/office/powerpoint/2010/main" val="3504060722"/>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399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BF6F65-453B-2338-540F-5EBBD964FE5F}"/>
              </a:ext>
            </a:extLst>
          </p:cNvPr>
          <p:cNvSpPr>
            <a:spLocks noGrp="1"/>
          </p:cNvSpPr>
          <p:nvPr>
            <p:ph type="title"/>
          </p:nvPr>
        </p:nvSpPr>
        <p:spPr>
          <a:xfrm>
            <a:off x="521208" y="978408"/>
            <a:ext cx="3154680" cy="4069080"/>
          </a:xfrm>
        </p:spPr>
        <p:txBody>
          <a:bodyPr>
            <a:normAutofit/>
          </a:bodyPr>
          <a:lstStyle/>
          <a:p>
            <a:pPr>
              <a:lnSpc>
                <a:spcPct val="90000"/>
              </a:lnSpc>
            </a:pPr>
            <a:r>
              <a:rPr lang="en-US" sz="4000"/>
              <a:t>OPTICS (Ordering Points to Identify Clustering Structure)</a:t>
            </a:r>
            <a:br>
              <a:rPr lang="en-IN" sz="4000"/>
            </a:br>
            <a:endParaRPr lang="en-IN" sz="40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9B1105F-C1EF-5BC2-C644-391B0B7FE7FE}"/>
              </a:ext>
            </a:extLst>
          </p:cNvPr>
          <p:cNvGraphicFramePr>
            <a:graphicFrameLocks noGrp="1"/>
          </p:cNvGraphicFramePr>
          <p:nvPr>
            <p:ph idx="1"/>
            <p:extLst>
              <p:ext uri="{D42A27DB-BD31-4B8C-83A1-F6EECF244321}">
                <p14:modId xmlns:p14="http://schemas.microsoft.com/office/powerpoint/2010/main" val="2459352725"/>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3673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3B898D-E152-7B0A-57B4-3F674FBB6DC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99097D9-ACDD-4825-D625-AD20C2EE83A1}"/>
              </a:ext>
            </a:extLst>
          </p:cNvPr>
          <p:cNvSpPr>
            <a:spLocks noGrp="1"/>
          </p:cNvSpPr>
          <p:nvPr>
            <p:ph type="title"/>
          </p:nvPr>
        </p:nvSpPr>
        <p:spPr>
          <a:xfrm>
            <a:off x="521208" y="978408"/>
            <a:ext cx="3154680" cy="4069080"/>
          </a:xfrm>
        </p:spPr>
        <p:txBody>
          <a:bodyPr>
            <a:normAutofit/>
          </a:bodyPr>
          <a:lstStyle/>
          <a:p>
            <a:pPr>
              <a:lnSpc>
                <a:spcPct val="90000"/>
              </a:lnSpc>
            </a:pPr>
            <a:r>
              <a:rPr lang="en-US" sz="3400"/>
              <a:t>BIRCH (Balanced Iterative Reducing and Clustering using Hierarchies)</a:t>
            </a:r>
            <a:br>
              <a:rPr lang="en-IN" sz="3400"/>
            </a:br>
            <a:endParaRPr lang="en-IN" sz="3400"/>
          </a:p>
        </p:txBody>
      </p:sp>
      <p:sp>
        <p:nvSpPr>
          <p:cNvPr id="11" name="Rectangle 10">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F5613B7-B53B-36CA-3360-30100119227E}"/>
              </a:ext>
            </a:extLst>
          </p:cNvPr>
          <p:cNvGraphicFramePr>
            <a:graphicFrameLocks noGrp="1"/>
          </p:cNvGraphicFramePr>
          <p:nvPr>
            <p:ph idx="1"/>
            <p:extLst>
              <p:ext uri="{D42A27DB-BD31-4B8C-83A1-F6EECF244321}">
                <p14:modId xmlns:p14="http://schemas.microsoft.com/office/powerpoint/2010/main" val="3280042432"/>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6734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22982A-2EEB-DACE-15A7-726D2E572662}"/>
            </a:ext>
          </a:extLst>
        </p:cNvPr>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1F1065-BA42-FE0B-F255-A418B1723C0E}"/>
              </a:ext>
            </a:extLst>
          </p:cNvPr>
          <p:cNvSpPr>
            <a:spLocks noGrp="1"/>
          </p:cNvSpPr>
          <p:nvPr>
            <p:ph type="title"/>
          </p:nvPr>
        </p:nvSpPr>
        <p:spPr>
          <a:xfrm>
            <a:off x="517870" y="978408"/>
            <a:ext cx="3465681" cy="2450592"/>
          </a:xfrm>
        </p:spPr>
        <p:txBody>
          <a:bodyPr vert="horz" lIns="91440" tIns="45720" rIns="91440" bIns="45720" rtlCol="0" anchor="t">
            <a:normAutofit/>
          </a:bodyPr>
          <a:lstStyle/>
          <a:p>
            <a:r>
              <a:rPr lang="en-US" sz="4100">
                <a:solidFill>
                  <a:schemeClr val="tx2"/>
                </a:solidFill>
              </a:rPr>
              <a:t>Comparative Summary</a:t>
            </a:r>
            <a:br>
              <a:rPr lang="en-US" sz="4100">
                <a:solidFill>
                  <a:schemeClr val="tx2"/>
                </a:solidFill>
              </a:rPr>
            </a:br>
            <a:endParaRPr lang="en-US" sz="4100">
              <a:solidFill>
                <a:schemeClr val="tx2"/>
              </a:solidFill>
            </a:endParaRPr>
          </a:p>
        </p:txBody>
      </p:sp>
      <p:sp>
        <p:nvSpPr>
          <p:cNvPr id="5" name="Rectangle 1">
            <a:extLst>
              <a:ext uri="{FF2B5EF4-FFF2-40B4-BE49-F238E27FC236}">
                <a16:creationId xmlns:a16="http://schemas.microsoft.com/office/drawing/2014/main" id="{B2D82ACF-02AC-8F1D-F2D4-FA8F9176D087}"/>
              </a:ext>
            </a:extLst>
          </p:cNvPr>
          <p:cNvSpPr>
            <a:spLocks noChangeArrowheads="1"/>
          </p:cNvSpPr>
          <p:nvPr/>
        </p:nvSpPr>
        <p:spPr bwMode="auto">
          <a:xfrm>
            <a:off x="517871" y="4406871"/>
            <a:ext cx="2974838" cy="170989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R="0" lvl="0" defTabSz="914400" fontAlgn="base">
              <a:lnSpc>
                <a:spcPct val="110000"/>
              </a:lnSpc>
              <a:spcBef>
                <a:spcPts val="1000"/>
              </a:spcBef>
              <a:spcAft>
                <a:spcPct val="0"/>
              </a:spcAft>
              <a:buClrTx/>
              <a:buSzTx/>
              <a:tabLst/>
            </a:pPr>
            <a:r>
              <a:rPr kumimoji="0" lang="en-US" altLang="en-US" sz="2200" b="0" i="1" u="none" strike="noStrike" kern="1200" cap="none" normalizeH="0" baseline="0" dirty="0">
                <a:ln>
                  <a:noFill/>
                </a:ln>
                <a:solidFill>
                  <a:schemeClr val="tx1"/>
                </a:solidFill>
                <a:effectLst/>
                <a:latin typeface="+mn-lt"/>
                <a:ea typeface="+mn-ea"/>
                <a:cs typeface="+mn-cs"/>
              </a:rPr>
              <a:t>A comparison of key clustering algorithms based on major factors:</a:t>
            </a:r>
          </a:p>
        </p:txBody>
      </p:sp>
      <p:sp>
        <p:nvSpPr>
          <p:cNvPr id="16" name="Rectangle 15">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graphicFrame>
        <p:nvGraphicFramePr>
          <p:cNvPr id="4" name="Content Placeholder 3">
            <a:extLst>
              <a:ext uri="{FF2B5EF4-FFF2-40B4-BE49-F238E27FC236}">
                <a16:creationId xmlns:a16="http://schemas.microsoft.com/office/drawing/2014/main" id="{3FDBF4DE-317D-6EF4-6942-D1EA3EC256DC}"/>
              </a:ext>
            </a:extLst>
          </p:cNvPr>
          <p:cNvGraphicFramePr>
            <a:graphicFrameLocks noGrp="1"/>
          </p:cNvGraphicFramePr>
          <p:nvPr>
            <p:ph idx="1"/>
            <p:extLst>
              <p:ext uri="{D42A27DB-BD31-4B8C-83A1-F6EECF244321}">
                <p14:modId xmlns:p14="http://schemas.microsoft.com/office/powerpoint/2010/main" val="383165333"/>
              </p:ext>
            </p:extLst>
          </p:nvPr>
        </p:nvGraphicFramePr>
        <p:xfrm>
          <a:off x="3822780" y="2077419"/>
          <a:ext cx="7848303" cy="3345239"/>
        </p:xfrm>
        <a:graphic>
          <a:graphicData uri="http://schemas.openxmlformats.org/drawingml/2006/table">
            <a:tbl>
              <a:tblPr firstRow="1" firstCol="1" bandRow="1">
                <a:tableStyleId>{5C22544A-7EE6-4342-B048-85BDC9FD1C3A}</a:tableStyleId>
              </a:tblPr>
              <a:tblGrid>
                <a:gridCol w="1514362">
                  <a:extLst>
                    <a:ext uri="{9D8B030D-6E8A-4147-A177-3AD203B41FA5}">
                      <a16:colId xmlns:a16="http://schemas.microsoft.com/office/drawing/2014/main" val="1148913483"/>
                    </a:ext>
                  </a:extLst>
                </a:gridCol>
                <a:gridCol w="1003985">
                  <a:extLst>
                    <a:ext uri="{9D8B030D-6E8A-4147-A177-3AD203B41FA5}">
                      <a16:colId xmlns:a16="http://schemas.microsoft.com/office/drawing/2014/main" val="4079825213"/>
                    </a:ext>
                  </a:extLst>
                </a:gridCol>
                <a:gridCol w="1469036">
                  <a:extLst>
                    <a:ext uri="{9D8B030D-6E8A-4147-A177-3AD203B41FA5}">
                      <a16:colId xmlns:a16="http://schemas.microsoft.com/office/drawing/2014/main" val="1263723430"/>
                    </a:ext>
                  </a:extLst>
                </a:gridCol>
                <a:gridCol w="1588958">
                  <a:extLst>
                    <a:ext uri="{9D8B030D-6E8A-4147-A177-3AD203B41FA5}">
                      <a16:colId xmlns:a16="http://schemas.microsoft.com/office/drawing/2014/main" val="1080409206"/>
                    </a:ext>
                  </a:extLst>
                </a:gridCol>
                <a:gridCol w="2271962">
                  <a:extLst>
                    <a:ext uri="{9D8B030D-6E8A-4147-A177-3AD203B41FA5}">
                      <a16:colId xmlns:a16="http://schemas.microsoft.com/office/drawing/2014/main" val="1158906634"/>
                    </a:ext>
                  </a:extLst>
                </a:gridCol>
              </a:tblGrid>
              <a:tr h="278583">
                <a:tc>
                  <a:txBody>
                    <a:bodyPr/>
                    <a:lstStyle/>
                    <a:p>
                      <a:pPr>
                        <a:lnSpc>
                          <a:spcPct val="115000"/>
                        </a:lnSpc>
                        <a:spcAft>
                          <a:spcPts val="1000"/>
                        </a:spcAft>
                        <a:buNone/>
                      </a:pPr>
                      <a:r>
                        <a:rPr lang="en-US" sz="1400">
                          <a:effectLst/>
                        </a:rPr>
                        <a:t>Algorithm</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Needs K?</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Handles Noise</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Cluster Shape</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Best For</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1865419082"/>
                  </a:ext>
                </a:extLst>
              </a:tr>
              <a:tr h="338447">
                <a:tc>
                  <a:txBody>
                    <a:bodyPr/>
                    <a:lstStyle/>
                    <a:p>
                      <a:pPr>
                        <a:lnSpc>
                          <a:spcPct val="115000"/>
                        </a:lnSpc>
                        <a:spcAft>
                          <a:spcPts val="1000"/>
                        </a:spcAft>
                        <a:buNone/>
                      </a:pPr>
                      <a:r>
                        <a:rPr lang="en-US" sz="1400">
                          <a:effectLst/>
                        </a:rPr>
                        <a:t>K-Means</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Spherical</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Simple &amp; fast grouping</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183904362"/>
                  </a:ext>
                </a:extLst>
              </a:tr>
              <a:tr h="344773">
                <a:tc>
                  <a:txBody>
                    <a:bodyPr/>
                    <a:lstStyle/>
                    <a:p>
                      <a:pPr>
                        <a:lnSpc>
                          <a:spcPct val="115000"/>
                        </a:lnSpc>
                        <a:spcAft>
                          <a:spcPts val="1000"/>
                        </a:spcAft>
                        <a:buNone/>
                      </a:pPr>
                      <a:r>
                        <a:rPr lang="en-US" sz="1400">
                          <a:effectLst/>
                        </a:rPr>
                        <a:t>Hierarchical</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Any</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Relationship discovery</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1953884848"/>
                  </a:ext>
                </a:extLst>
              </a:tr>
              <a:tr h="359764">
                <a:tc>
                  <a:txBody>
                    <a:bodyPr/>
                    <a:lstStyle/>
                    <a:p>
                      <a:pPr>
                        <a:lnSpc>
                          <a:spcPct val="115000"/>
                        </a:lnSpc>
                        <a:spcAft>
                          <a:spcPts val="1000"/>
                        </a:spcAft>
                        <a:buNone/>
                      </a:pPr>
                      <a:r>
                        <a:rPr lang="en-US" sz="1400">
                          <a:effectLst/>
                        </a:rPr>
                        <a:t>DBSCAN</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Arbitrary</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Noise-rich data</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1867801976"/>
                  </a:ext>
                </a:extLst>
              </a:tr>
              <a:tr h="299804">
                <a:tc>
                  <a:txBody>
                    <a:bodyPr/>
                    <a:lstStyle/>
                    <a:p>
                      <a:pPr>
                        <a:lnSpc>
                          <a:spcPct val="115000"/>
                        </a:lnSpc>
                        <a:spcAft>
                          <a:spcPts val="1000"/>
                        </a:spcAft>
                        <a:buNone/>
                      </a:pPr>
                      <a:r>
                        <a:rPr lang="en-US" sz="1400">
                          <a:effectLst/>
                        </a:rPr>
                        <a:t>Mean Shift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Any</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Auto cluster detection</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1614681751"/>
                  </a:ext>
                </a:extLst>
              </a:tr>
              <a:tr h="374754">
                <a:tc>
                  <a:txBody>
                    <a:bodyPr/>
                    <a:lstStyle/>
                    <a:p>
                      <a:pPr>
                        <a:lnSpc>
                          <a:spcPct val="115000"/>
                        </a:lnSpc>
                        <a:spcAft>
                          <a:spcPts val="1000"/>
                        </a:spcAft>
                        <a:buNone/>
                      </a:pPr>
                      <a:r>
                        <a:rPr lang="en-US" sz="1400">
                          <a:effectLst/>
                        </a:rPr>
                        <a:t>GMM</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Elliptical</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Probabilistic clusters</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4263626787"/>
                  </a:ext>
                </a:extLst>
              </a:tr>
              <a:tr h="314793">
                <a:tc>
                  <a:txBody>
                    <a:bodyPr/>
                    <a:lstStyle/>
                    <a:p>
                      <a:pPr>
                        <a:lnSpc>
                          <a:spcPct val="115000"/>
                        </a:lnSpc>
                        <a:spcAft>
                          <a:spcPts val="1000"/>
                        </a:spcAft>
                        <a:buNone/>
                      </a:pPr>
                      <a:r>
                        <a:rPr lang="en-US" sz="1400">
                          <a:effectLst/>
                        </a:rPr>
                        <a:t>Spectral</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dirty="0">
                          <a:effectLst/>
                        </a:rPr>
                        <a:t>✅</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Complex</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Graph-based clustering</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1135568064"/>
                  </a:ext>
                </a:extLst>
              </a:tr>
              <a:tr h="344774">
                <a:tc>
                  <a:txBody>
                    <a:bodyPr/>
                    <a:lstStyle/>
                    <a:p>
                      <a:pPr>
                        <a:lnSpc>
                          <a:spcPct val="115000"/>
                        </a:lnSpc>
                        <a:spcAft>
                          <a:spcPts val="1000"/>
                        </a:spcAft>
                        <a:buNone/>
                      </a:pPr>
                      <a:r>
                        <a:rPr lang="en-US" sz="1400">
                          <a:effectLst/>
                        </a:rPr>
                        <a:t>HDBSCAN</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Any</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Variable density data</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1682436139"/>
                  </a:ext>
                </a:extLst>
              </a:tr>
              <a:tr h="344774">
                <a:tc>
                  <a:txBody>
                    <a:bodyPr/>
                    <a:lstStyle/>
                    <a:p>
                      <a:pPr>
                        <a:lnSpc>
                          <a:spcPct val="115000"/>
                        </a:lnSpc>
                        <a:spcAft>
                          <a:spcPts val="1000"/>
                        </a:spcAft>
                        <a:buNone/>
                      </a:pPr>
                      <a:r>
                        <a:rPr lang="en-US" sz="1400">
                          <a:effectLst/>
                        </a:rPr>
                        <a:t>OPTICS</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Any</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Varying densities</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2235733015"/>
                  </a:ext>
                </a:extLst>
              </a:tr>
              <a:tr h="344773">
                <a:tc>
                  <a:txBody>
                    <a:bodyPr/>
                    <a:lstStyle/>
                    <a:p>
                      <a:pPr>
                        <a:lnSpc>
                          <a:spcPct val="115000"/>
                        </a:lnSpc>
                        <a:spcAft>
                          <a:spcPts val="1000"/>
                        </a:spcAft>
                        <a:buNone/>
                      </a:pPr>
                      <a:r>
                        <a:rPr lang="en-US" sz="1400">
                          <a:effectLst/>
                        </a:rPr>
                        <a:t>BIRCH</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a:effectLst/>
                        </a:rPr>
                        <a:t>Hierarchical</a:t>
                      </a:r>
                      <a:endParaRPr lang="en-IN" sz="140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tc>
                  <a:txBody>
                    <a:bodyPr/>
                    <a:lstStyle/>
                    <a:p>
                      <a:pPr>
                        <a:lnSpc>
                          <a:spcPct val="115000"/>
                        </a:lnSpc>
                        <a:spcAft>
                          <a:spcPts val="1000"/>
                        </a:spcAft>
                        <a:buNone/>
                      </a:pPr>
                      <a:r>
                        <a:rPr lang="en-US" sz="1400" dirty="0">
                          <a:effectLst/>
                        </a:rPr>
                        <a:t>Large-scale data</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89705" marR="89705" marT="0" marB="0"/>
                </a:tc>
                <a:extLst>
                  <a:ext uri="{0D108BD9-81ED-4DB2-BD59-A6C34878D82A}">
                    <a16:rowId xmlns:a16="http://schemas.microsoft.com/office/drawing/2014/main" val="2436961324"/>
                  </a:ext>
                </a:extLst>
              </a:tr>
            </a:tbl>
          </a:graphicData>
        </a:graphic>
      </p:graphicFrame>
    </p:spTree>
    <p:extLst>
      <p:ext uri="{BB962C8B-B14F-4D97-AF65-F5344CB8AC3E}">
        <p14:creationId xmlns:p14="http://schemas.microsoft.com/office/powerpoint/2010/main" val="3557126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erial view of a highway near the ocean">
            <a:extLst>
              <a:ext uri="{FF2B5EF4-FFF2-40B4-BE49-F238E27FC236}">
                <a16:creationId xmlns:a16="http://schemas.microsoft.com/office/drawing/2014/main" id="{605421BE-EDA9-331D-947B-DBA2F9FFC383}"/>
              </a:ext>
            </a:extLst>
          </p:cNvPr>
          <p:cNvPicPr>
            <a:picLocks noChangeAspect="1"/>
          </p:cNvPicPr>
          <p:nvPr/>
        </p:nvPicPr>
        <p:blipFill>
          <a:blip r:embed="rId2"/>
          <a:srcRect t="11824" r="-1" b="13157"/>
          <a:stretch>
            <a:fillRect/>
          </a:stretch>
        </p:blipFill>
        <p:spPr>
          <a:xfrm>
            <a:off x="20" y="10"/>
            <a:ext cx="12188932" cy="6857990"/>
          </a:xfrm>
          <a:prstGeom prst="rect">
            <a:avLst/>
          </a:prstGeom>
        </p:spPr>
      </p:pic>
      <p:sp>
        <p:nvSpPr>
          <p:cNvPr id="15" name="Rectangle 14">
            <a:extLst>
              <a:ext uri="{FF2B5EF4-FFF2-40B4-BE49-F238E27FC236}">
                <a16:creationId xmlns:a16="http://schemas.microsoft.com/office/drawing/2014/main" id="{637992A9-1E8C-4E57-B4F4-EE2D38E50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18EA06-1F17-0935-D5A6-829D654327E1}"/>
              </a:ext>
            </a:extLst>
          </p:cNvPr>
          <p:cNvSpPr>
            <a:spLocks noGrp="1"/>
          </p:cNvSpPr>
          <p:nvPr>
            <p:ph type="title"/>
          </p:nvPr>
        </p:nvSpPr>
        <p:spPr>
          <a:xfrm>
            <a:off x="517870" y="978407"/>
            <a:ext cx="5021182" cy="3309511"/>
          </a:xfrm>
        </p:spPr>
        <p:txBody>
          <a:bodyPr vert="horz" lIns="91440" tIns="45720" rIns="91440" bIns="45720" rtlCol="0" anchor="t">
            <a:normAutofit/>
          </a:bodyPr>
          <a:lstStyle/>
          <a:p>
            <a:r>
              <a:rPr lang="en-US" sz="6000">
                <a:solidFill>
                  <a:srgbClr val="FFFFFF"/>
                </a:solidFill>
              </a:rPr>
              <a:t>THANK YOU</a:t>
            </a:r>
          </a:p>
        </p:txBody>
      </p:sp>
      <p:sp>
        <p:nvSpPr>
          <p:cNvPr id="17" name="Rectangle 16">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8381244"/>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Gallery</Template>
  <TotalTime>16</TotalTime>
  <Words>772</Words>
  <Application>Microsoft Office PowerPoint</Application>
  <PresentationFormat>Widescreen</PresentationFormat>
  <Paragraphs>115</Paragraphs>
  <Slides>13</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Aldhabi</vt:lpstr>
      <vt:lpstr>Arial</vt:lpstr>
      <vt:lpstr>Bierstadt</vt:lpstr>
      <vt:lpstr>Cambria</vt:lpstr>
      <vt:lpstr>Wingdings</vt:lpstr>
      <vt:lpstr>GestaltVTI</vt:lpstr>
      <vt:lpstr>Clustering Algorithms in Unsupervised Machine Learning</vt:lpstr>
      <vt:lpstr>agenda</vt:lpstr>
      <vt:lpstr>1. Introduction</vt:lpstr>
      <vt:lpstr>K-Means Clustering </vt:lpstr>
      <vt:lpstr>Hierarchical Clustering </vt:lpstr>
      <vt:lpstr>DBSCAN (Density-Based Spatial Clustering) </vt:lpstr>
      <vt:lpstr>Mean Shift Clustering </vt:lpstr>
      <vt:lpstr>Spectral Clustering </vt:lpstr>
      <vt:lpstr>HDBSCAN (Hierarchical DBSCAN) </vt:lpstr>
      <vt:lpstr>OPTICS (Ordering Points to Identify Clustering Structure) </vt:lpstr>
      <vt:lpstr>BIRCH (Balanced Iterative Reducing and Clustering using Hierarchies) </vt:lpstr>
      <vt:lpstr>Comparative Summary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somasundarams</dc:creator>
  <cp:lastModifiedBy>somasundarams</cp:lastModifiedBy>
  <cp:revision>2</cp:revision>
  <dcterms:created xsi:type="dcterms:W3CDTF">2025-10-16T16:43:30Z</dcterms:created>
  <dcterms:modified xsi:type="dcterms:W3CDTF">2025-10-16T16:59:36Z</dcterms:modified>
</cp:coreProperties>
</file>